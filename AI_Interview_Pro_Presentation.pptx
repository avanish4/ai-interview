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75" d="100"/>
          <a:sy n="75" d="100"/>
        </p:scale>
        <p:origin x="1020" y="1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vanish patel" userId="062418370750ffae" providerId="LiveId" clId="{A334F845-472C-4D4D-9045-1CE55D4FCB6C}"/>
    <pc:docChg chg="modSld">
      <pc:chgData name="Avanish patel" userId="062418370750ffae" providerId="LiveId" clId="{A334F845-472C-4D4D-9045-1CE55D4FCB6C}" dt="2026-09-20T07:38:12.094" v="383" actId="14100"/>
      <pc:docMkLst>
        <pc:docMk/>
      </pc:docMkLst>
      <pc:sldChg chg="modSp mod">
        <pc:chgData name="Avanish patel" userId="062418370750ffae" providerId="LiveId" clId="{A334F845-472C-4D4D-9045-1CE55D4FCB6C}" dt="2026-09-20T07:10:01.633" v="48" actId="14100"/>
        <pc:sldMkLst>
          <pc:docMk/>
          <pc:sldMk cId="0" sldId="256"/>
        </pc:sldMkLst>
        <pc:spChg chg="mod">
          <ac:chgData name="Avanish patel" userId="062418370750ffae" providerId="LiveId" clId="{A334F845-472C-4D4D-9045-1CE55D4FCB6C}" dt="2026-09-20T07:10:01.633" v="48" actId="14100"/>
          <ac:spMkLst>
            <pc:docMk/>
            <pc:sldMk cId="0" sldId="256"/>
            <ac:spMk id="2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06:17.823" v="8" actId="1076"/>
          <ac:spMkLst>
            <pc:docMk/>
            <pc:sldMk cId="0" sldId="256"/>
            <ac:spMk id="3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06:25.682" v="9" actId="1076"/>
          <ac:spMkLst>
            <pc:docMk/>
            <pc:sldMk cId="0" sldId="256"/>
            <ac:spMk id="4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06:35.346" v="10" actId="1076"/>
          <ac:spMkLst>
            <pc:docMk/>
            <pc:sldMk cId="0" sldId="256"/>
            <ac:spMk id="5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06:42.047" v="11" actId="1076"/>
          <ac:spMkLst>
            <pc:docMk/>
            <pc:sldMk cId="0" sldId="256"/>
            <ac:spMk id="6" creationId="{00000000-0000-0000-0000-000000000000}"/>
          </ac:spMkLst>
        </pc:spChg>
      </pc:sldChg>
      <pc:sldChg chg="modSp mod">
        <pc:chgData name="Avanish patel" userId="062418370750ffae" providerId="LiveId" clId="{A334F845-472C-4D4D-9045-1CE55D4FCB6C}" dt="2026-09-20T07:10:30.618" v="51" actId="14100"/>
        <pc:sldMkLst>
          <pc:docMk/>
          <pc:sldMk cId="0" sldId="257"/>
        </pc:sldMkLst>
        <pc:spChg chg="mod">
          <ac:chgData name="Avanish patel" userId="062418370750ffae" providerId="LiveId" clId="{A334F845-472C-4D4D-9045-1CE55D4FCB6C}" dt="2026-09-20T07:06:55.553" v="12" actId="1076"/>
          <ac:spMkLst>
            <pc:docMk/>
            <pc:sldMk cId="0" sldId="257"/>
            <ac:spMk id="2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07:01.705" v="13" actId="1076"/>
          <ac:spMkLst>
            <pc:docMk/>
            <pc:sldMk cId="0" sldId="257"/>
            <ac:spMk id="3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10:30.618" v="51" actId="14100"/>
          <ac:spMkLst>
            <pc:docMk/>
            <pc:sldMk cId="0" sldId="257"/>
            <ac:spMk id="4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09:19.147" v="42" actId="1076"/>
          <ac:spMkLst>
            <pc:docMk/>
            <pc:sldMk cId="0" sldId="257"/>
            <ac:spMk id="5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10:24.646" v="50" actId="14100"/>
          <ac:spMkLst>
            <pc:docMk/>
            <pc:sldMk cId="0" sldId="257"/>
            <ac:spMk id="6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08:46.686" v="34" actId="14100"/>
          <ac:spMkLst>
            <pc:docMk/>
            <pc:sldMk cId="0" sldId="257"/>
            <ac:spMk id="7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07:52.865" v="23" actId="1076"/>
          <ac:spMkLst>
            <pc:docMk/>
            <pc:sldMk cId="0" sldId="257"/>
            <ac:spMk id="8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08:25.942" v="30" actId="14100"/>
          <ac:spMkLst>
            <pc:docMk/>
            <pc:sldMk cId="0" sldId="257"/>
            <ac:spMk id="9" creationId="{00000000-0000-0000-0000-000000000000}"/>
          </ac:spMkLst>
        </pc:spChg>
      </pc:sldChg>
      <pc:sldChg chg="modSp mod">
        <pc:chgData name="Avanish patel" userId="062418370750ffae" providerId="LiveId" clId="{A334F845-472C-4D4D-9045-1CE55D4FCB6C}" dt="2026-09-20T07:14:13.364" v="95" actId="14100"/>
        <pc:sldMkLst>
          <pc:docMk/>
          <pc:sldMk cId="0" sldId="258"/>
        </pc:sldMkLst>
        <pc:spChg chg="mod">
          <ac:chgData name="Avanish patel" userId="062418370750ffae" providerId="LiveId" clId="{A334F845-472C-4D4D-9045-1CE55D4FCB6C}" dt="2026-09-20T07:10:48.787" v="52" actId="1076"/>
          <ac:spMkLst>
            <pc:docMk/>
            <pc:sldMk cId="0" sldId="258"/>
            <ac:spMk id="2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10:53.710" v="53" actId="1076"/>
          <ac:spMkLst>
            <pc:docMk/>
            <pc:sldMk cId="0" sldId="258"/>
            <ac:spMk id="3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11:49.614" v="63" actId="14100"/>
          <ac:spMkLst>
            <pc:docMk/>
            <pc:sldMk cId="0" sldId="258"/>
            <ac:spMk id="4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11:06.143" v="55" actId="1076"/>
          <ac:spMkLst>
            <pc:docMk/>
            <pc:sldMk cId="0" sldId="258"/>
            <ac:spMk id="5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11:14.163" v="56" actId="1076"/>
          <ac:spMkLst>
            <pc:docMk/>
            <pc:sldMk cId="0" sldId="258"/>
            <ac:spMk id="6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13:57.903" v="92" actId="14100"/>
          <ac:spMkLst>
            <pc:docMk/>
            <pc:sldMk cId="0" sldId="258"/>
            <ac:spMk id="7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12:04.133" v="66" actId="1076"/>
          <ac:spMkLst>
            <pc:docMk/>
            <pc:sldMk cId="0" sldId="258"/>
            <ac:spMk id="8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13:54.278" v="91" actId="14100"/>
          <ac:spMkLst>
            <pc:docMk/>
            <pc:sldMk cId="0" sldId="258"/>
            <ac:spMk id="9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14:13.364" v="95" actId="14100"/>
          <ac:spMkLst>
            <pc:docMk/>
            <pc:sldMk cId="0" sldId="258"/>
            <ac:spMk id="10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13:14.593" v="83" actId="1076"/>
          <ac:spMkLst>
            <pc:docMk/>
            <pc:sldMk cId="0" sldId="258"/>
            <ac:spMk id="11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13:10.091" v="82" actId="1076"/>
          <ac:spMkLst>
            <pc:docMk/>
            <pc:sldMk cId="0" sldId="258"/>
            <ac:spMk id="12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13:25.478" v="85" actId="14100"/>
          <ac:spMkLst>
            <pc:docMk/>
            <pc:sldMk cId="0" sldId="258"/>
            <ac:spMk id="13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12:35.571" v="74" actId="1076"/>
          <ac:spMkLst>
            <pc:docMk/>
            <pc:sldMk cId="0" sldId="258"/>
            <ac:spMk id="14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13:40.173" v="88" actId="14100"/>
          <ac:spMkLst>
            <pc:docMk/>
            <pc:sldMk cId="0" sldId="258"/>
            <ac:spMk id="15" creationId="{00000000-0000-0000-0000-000000000000}"/>
          </ac:spMkLst>
        </pc:spChg>
      </pc:sldChg>
      <pc:sldChg chg="modSp mod">
        <pc:chgData name="Avanish patel" userId="062418370750ffae" providerId="LiveId" clId="{A334F845-472C-4D4D-9045-1CE55D4FCB6C}" dt="2026-09-20T07:38:12.094" v="383" actId="14100"/>
        <pc:sldMkLst>
          <pc:docMk/>
          <pc:sldMk cId="0" sldId="259"/>
        </pc:sldMkLst>
        <pc:spChg chg="mod">
          <ac:chgData name="Avanish patel" userId="062418370750ffae" providerId="LiveId" clId="{A334F845-472C-4D4D-9045-1CE55D4FCB6C}" dt="2026-09-20T07:34:33.577" v="331" actId="1076"/>
          <ac:spMkLst>
            <pc:docMk/>
            <pc:sldMk cId="0" sldId="259"/>
            <ac:spMk id="2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34:37.697" v="332" actId="1076"/>
          <ac:spMkLst>
            <pc:docMk/>
            <pc:sldMk cId="0" sldId="259"/>
            <ac:spMk id="3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35:45.987" v="349" actId="14100"/>
          <ac:spMkLst>
            <pc:docMk/>
            <pc:sldMk cId="0" sldId="259"/>
            <ac:spMk id="4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34:47.399" v="334" actId="1076"/>
          <ac:spMkLst>
            <pc:docMk/>
            <pc:sldMk cId="0" sldId="259"/>
            <ac:spMk id="5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36:36.105" v="362" actId="14100"/>
          <ac:spMkLst>
            <pc:docMk/>
            <pc:sldMk cId="0" sldId="259"/>
            <ac:spMk id="6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35:55.472" v="351" actId="1076"/>
          <ac:spMkLst>
            <pc:docMk/>
            <pc:sldMk cId="0" sldId="259"/>
            <ac:spMk id="7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37:24.843" v="372" actId="14100"/>
          <ac:spMkLst>
            <pc:docMk/>
            <pc:sldMk cId="0" sldId="259"/>
            <ac:spMk id="8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37:11.696" v="368" actId="1076"/>
          <ac:spMkLst>
            <pc:docMk/>
            <pc:sldMk cId="0" sldId="259"/>
            <ac:spMk id="9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35:31.380" v="345" actId="14100"/>
          <ac:spMkLst>
            <pc:docMk/>
            <pc:sldMk cId="0" sldId="259"/>
            <ac:spMk id="10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34:54.149" v="336" actId="1076"/>
          <ac:spMkLst>
            <pc:docMk/>
            <pc:sldMk cId="0" sldId="259"/>
            <ac:spMk id="11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36:39.815" v="363" actId="14100"/>
          <ac:spMkLst>
            <pc:docMk/>
            <pc:sldMk cId="0" sldId="259"/>
            <ac:spMk id="12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36:06.017" v="353" actId="1076"/>
          <ac:spMkLst>
            <pc:docMk/>
            <pc:sldMk cId="0" sldId="259"/>
            <ac:spMk id="13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37:20.655" v="371" actId="14100"/>
          <ac:spMkLst>
            <pc:docMk/>
            <pc:sldMk cId="0" sldId="259"/>
            <ac:spMk id="14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37:29.597" v="373" actId="1076"/>
          <ac:spMkLst>
            <pc:docMk/>
            <pc:sldMk cId="0" sldId="259"/>
            <ac:spMk id="15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35:34.581" v="346" actId="14100"/>
          <ac:spMkLst>
            <pc:docMk/>
            <pc:sldMk cId="0" sldId="259"/>
            <ac:spMk id="16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35:06.103" v="339" actId="1076"/>
          <ac:spMkLst>
            <pc:docMk/>
            <pc:sldMk cId="0" sldId="259"/>
            <ac:spMk id="17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36:43.297" v="364" actId="14100"/>
          <ac:spMkLst>
            <pc:docMk/>
            <pc:sldMk cId="0" sldId="259"/>
            <ac:spMk id="18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36:15.054" v="356" actId="1076"/>
          <ac:spMkLst>
            <pc:docMk/>
            <pc:sldMk cId="0" sldId="259"/>
            <ac:spMk id="19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37:45.079" v="377" actId="1076"/>
          <ac:spMkLst>
            <pc:docMk/>
            <pc:sldMk cId="0" sldId="259"/>
            <ac:spMk id="20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37:42.697" v="376" actId="1076"/>
          <ac:spMkLst>
            <pc:docMk/>
            <pc:sldMk cId="0" sldId="259"/>
            <ac:spMk id="21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35:38.561" v="347" actId="14100"/>
          <ac:spMkLst>
            <pc:docMk/>
            <pc:sldMk cId="0" sldId="259"/>
            <ac:spMk id="22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35:14.114" v="341" actId="1076"/>
          <ac:spMkLst>
            <pc:docMk/>
            <pc:sldMk cId="0" sldId="259"/>
            <ac:spMk id="23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36:46.932" v="365" actId="14100"/>
          <ac:spMkLst>
            <pc:docMk/>
            <pc:sldMk cId="0" sldId="259"/>
            <ac:spMk id="24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36:22.997" v="358" actId="1076"/>
          <ac:spMkLst>
            <pc:docMk/>
            <pc:sldMk cId="0" sldId="259"/>
            <ac:spMk id="25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38:12.094" v="383" actId="14100"/>
          <ac:spMkLst>
            <pc:docMk/>
            <pc:sldMk cId="0" sldId="259"/>
            <ac:spMk id="26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37:55.530" v="379" actId="1076"/>
          <ac:spMkLst>
            <pc:docMk/>
            <pc:sldMk cId="0" sldId="259"/>
            <ac:spMk id="27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35:41.770" v="348" actId="14100"/>
          <ac:spMkLst>
            <pc:docMk/>
            <pc:sldMk cId="0" sldId="259"/>
            <ac:spMk id="28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35:21.176" v="343" actId="1076"/>
          <ac:spMkLst>
            <pc:docMk/>
            <pc:sldMk cId="0" sldId="259"/>
            <ac:spMk id="29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36:50.191" v="366" actId="14100"/>
          <ac:spMkLst>
            <pc:docMk/>
            <pc:sldMk cId="0" sldId="259"/>
            <ac:spMk id="30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36:32.288" v="361" actId="1076"/>
          <ac:spMkLst>
            <pc:docMk/>
            <pc:sldMk cId="0" sldId="259"/>
            <ac:spMk id="31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38:08.949" v="382" actId="14100"/>
          <ac:spMkLst>
            <pc:docMk/>
            <pc:sldMk cId="0" sldId="259"/>
            <ac:spMk id="32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38:04.587" v="381" actId="1076"/>
          <ac:spMkLst>
            <pc:docMk/>
            <pc:sldMk cId="0" sldId="259"/>
            <ac:spMk id="33" creationId="{00000000-0000-0000-0000-000000000000}"/>
          </ac:spMkLst>
        </pc:spChg>
      </pc:sldChg>
      <pc:sldChg chg="modSp mod">
        <pc:chgData name="Avanish patel" userId="062418370750ffae" providerId="LiveId" clId="{A334F845-472C-4D4D-9045-1CE55D4FCB6C}" dt="2026-09-20T07:15:18.411" v="105" actId="14100"/>
        <pc:sldMkLst>
          <pc:docMk/>
          <pc:sldMk cId="0" sldId="260"/>
        </pc:sldMkLst>
        <pc:spChg chg="mod">
          <ac:chgData name="Avanish patel" userId="062418370750ffae" providerId="LiveId" clId="{A334F845-472C-4D4D-9045-1CE55D4FCB6C}" dt="2026-09-20T07:14:24.671" v="96" actId="1076"/>
          <ac:spMkLst>
            <pc:docMk/>
            <pc:sldMk cId="0" sldId="260"/>
            <ac:spMk id="2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14:28.077" v="97" actId="1076"/>
          <ac:spMkLst>
            <pc:docMk/>
            <pc:sldMk cId="0" sldId="260"/>
            <ac:spMk id="3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15:18.411" v="105" actId="14100"/>
          <ac:spMkLst>
            <pc:docMk/>
            <pc:sldMk cId="0" sldId="260"/>
            <ac:spMk id="4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15:02.885" v="102" actId="14100"/>
          <ac:spMkLst>
            <pc:docMk/>
            <pc:sldMk cId="0" sldId="260"/>
            <ac:spMk id="6" creationId="{00000000-0000-0000-0000-000000000000}"/>
          </ac:spMkLst>
        </pc:spChg>
      </pc:sldChg>
      <pc:sldChg chg="modSp mod">
        <pc:chgData name="Avanish patel" userId="062418370750ffae" providerId="LiveId" clId="{A334F845-472C-4D4D-9045-1CE55D4FCB6C}" dt="2026-09-20T07:17:45.163" v="132" actId="14100"/>
        <pc:sldMkLst>
          <pc:docMk/>
          <pc:sldMk cId="0" sldId="261"/>
        </pc:sldMkLst>
        <pc:spChg chg="mod">
          <ac:chgData name="Avanish patel" userId="062418370750ffae" providerId="LiveId" clId="{A334F845-472C-4D4D-9045-1CE55D4FCB6C}" dt="2026-09-20T07:15:32.310" v="106" actId="1076"/>
          <ac:spMkLst>
            <pc:docMk/>
            <pc:sldMk cId="0" sldId="261"/>
            <ac:spMk id="2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15:38.094" v="107" actId="1076"/>
          <ac:spMkLst>
            <pc:docMk/>
            <pc:sldMk cId="0" sldId="261"/>
            <ac:spMk id="3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17:40.904" v="131" actId="14100"/>
          <ac:spMkLst>
            <pc:docMk/>
            <pc:sldMk cId="0" sldId="261"/>
            <ac:spMk id="4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15:54.993" v="111" actId="1076"/>
          <ac:spMkLst>
            <pc:docMk/>
            <pc:sldMk cId="0" sldId="261"/>
            <ac:spMk id="5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15:47.418" v="109" actId="1076"/>
          <ac:spMkLst>
            <pc:docMk/>
            <pc:sldMk cId="0" sldId="261"/>
            <ac:spMk id="6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17:45.163" v="132" actId="14100"/>
          <ac:spMkLst>
            <pc:docMk/>
            <pc:sldMk cId="0" sldId="261"/>
            <ac:spMk id="7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16:56.335" v="124" actId="14100"/>
          <ac:spMkLst>
            <pc:docMk/>
            <pc:sldMk cId="0" sldId="261"/>
            <ac:spMk id="8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16:35.509" v="119" actId="14100"/>
          <ac:spMkLst>
            <pc:docMk/>
            <pc:sldMk cId="0" sldId="261"/>
            <ac:spMk id="9" creationId="{00000000-0000-0000-0000-000000000000}"/>
          </ac:spMkLst>
        </pc:spChg>
      </pc:sldChg>
      <pc:sldChg chg="modSp mod">
        <pc:chgData name="Avanish patel" userId="062418370750ffae" providerId="LiveId" clId="{A334F845-472C-4D4D-9045-1CE55D4FCB6C}" dt="2026-09-20T07:34:23.345" v="330" actId="14100"/>
        <pc:sldMkLst>
          <pc:docMk/>
          <pc:sldMk cId="0" sldId="262"/>
        </pc:sldMkLst>
        <pc:spChg chg="mod">
          <ac:chgData name="Avanish patel" userId="062418370750ffae" providerId="LiveId" clId="{A334F845-472C-4D4D-9045-1CE55D4FCB6C}" dt="2026-09-20T07:18:01.976" v="135" actId="1076"/>
          <ac:spMkLst>
            <pc:docMk/>
            <pc:sldMk cId="0" sldId="262"/>
            <ac:spMk id="2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18:04.946" v="136" actId="1076"/>
          <ac:spMkLst>
            <pc:docMk/>
            <pc:sldMk cId="0" sldId="262"/>
            <ac:spMk id="3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18:58.538" v="147" actId="14100"/>
          <ac:spMkLst>
            <pc:docMk/>
            <pc:sldMk cId="0" sldId="262"/>
            <ac:spMk id="4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18:13.669" v="138" actId="1076"/>
          <ac:spMkLst>
            <pc:docMk/>
            <pc:sldMk cId="0" sldId="262"/>
            <ac:spMk id="5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18:18.010" v="139" actId="1076"/>
          <ac:spMkLst>
            <pc:docMk/>
            <pc:sldMk cId="0" sldId="262"/>
            <ac:spMk id="6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34:10.087" v="327" actId="14100"/>
          <ac:spMkLst>
            <pc:docMk/>
            <pc:sldMk cId="0" sldId="262"/>
            <ac:spMk id="7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19:15.914" v="151" actId="1076"/>
          <ac:spMkLst>
            <pc:docMk/>
            <pc:sldMk cId="0" sldId="262"/>
            <ac:spMk id="8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19:20.417" v="152" actId="1076"/>
          <ac:spMkLst>
            <pc:docMk/>
            <pc:sldMk cId="0" sldId="262"/>
            <ac:spMk id="9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19:02.290" v="148" actId="14100"/>
          <ac:spMkLst>
            <pc:docMk/>
            <pc:sldMk cId="0" sldId="262"/>
            <ac:spMk id="10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18:27.184" v="141" actId="1076"/>
          <ac:spMkLst>
            <pc:docMk/>
            <pc:sldMk cId="0" sldId="262"/>
            <ac:spMk id="11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18:32.164" v="142" actId="1076"/>
          <ac:spMkLst>
            <pc:docMk/>
            <pc:sldMk cId="0" sldId="262"/>
            <ac:spMk id="12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34:15.354" v="328" actId="14100"/>
          <ac:spMkLst>
            <pc:docMk/>
            <pc:sldMk cId="0" sldId="262"/>
            <ac:spMk id="13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19:28.597" v="154" actId="1076"/>
          <ac:spMkLst>
            <pc:docMk/>
            <pc:sldMk cId="0" sldId="262"/>
            <ac:spMk id="14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19:37.227" v="156" actId="1076"/>
          <ac:spMkLst>
            <pc:docMk/>
            <pc:sldMk cId="0" sldId="262"/>
            <ac:spMk id="15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19:05.945" v="149" actId="14100"/>
          <ac:spMkLst>
            <pc:docMk/>
            <pc:sldMk cId="0" sldId="262"/>
            <ac:spMk id="16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18:43.148" v="144" actId="1076"/>
          <ac:spMkLst>
            <pc:docMk/>
            <pc:sldMk cId="0" sldId="262"/>
            <ac:spMk id="17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18:49.144" v="145" actId="1076"/>
          <ac:spMkLst>
            <pc:docMk/>
            <pc:sldMk cId="0" sldId="262"/>
            <ac:spMk id="18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34:23.345" v="330" actId="14100"/>
          <ac:spMkLst>
            <pc:docMk/>
            <pc:sldMk cId="0" sldId="262"/>
            <ac:spMk id="19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19:56.037" v="159" actId="1076"/>
          <ac:spMkLst>
            <pc:docMk/>
            <pc:sldMk cId="0" sldId="262"/>
            <ac:spMk id="20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20:02.102" v="160" actId="1076"/>
          <ac:spMkLst>
            <pc:docMk/>
            <pc:sldMk cId="0" sldId="262"/>
            <ac:spMk id="21" creationId="{00000000-0000-0000-0000-000000000000}"/>
          </ac:spMkLst>
        </pc:spChg>
      </pc:sldChg>
      <pc:sldChg chg="modSp mod">
        <pc:chgData name="Avanish patel" userId="062418370750ffae" providerId="LiveId" clId="{A334F845-472C-4D4D-9045-1CE55D4FCB6C}" dt="2026-09-20T07:20:49.588" v="168" actId="14100"/>
        <pc:sldMkLst>
          <pc:docMk/>
          <pc:sldMk cId="0" sldId="263"/>
        </pc:sldMkLst>
        <pc:spChg chg="mod">
          <ac:chgData name="Avanish patel" userId="062418370750ffae" providerId="LiveId" clId="{A334F845-472C-4D4D-9045-1CE55D4FCB6C}" dt="2026-09-20T07:20:19.610" v="161" actId="1076"/>
          <ac:spMkLst>
            <pc:docMk/>
            <pc:sldMk cId="0" sldId="263"/>
            <ac:spMk id="2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20:24.655" v="162" actId="1076"/>
          <ac:spMkLst>
            <pc:docMk/>
            <pc:sldMk cId="0" sldId="263"/>
            <ac:spMk id="3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20:49.588" v="168" actId="14100"/>
          <ac:spMkLst>
            <pc:docMk/>
            <pc:sldMk cId="0" sldId="263"/>
            <ac:spMk id="4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20:32.871" v="164" actId="1076"/>
          <ac:spMkLst>
            <pc:docMk/>
            <pc:sldMk cId="0" sldId="263"/>
            <ac:spMk id="5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20:36.842" v="165" actId="1076"/>
          <ac:spMkLst>
            <pc:docMk/>
            <pc:sldMk cId="0" sldId="263"/>
            <ac:spMk id="6" creationId="{00000000-0000-0000-0000-000000000000}"/>
          </ac:spMkLst>
        </pc:spChg>
      </pc:sldChg>
      <pc:sldChg chg="modSp mod">
        <pc:chgData name="Avanish patel" userId="062418370750ffae" providerId="LiveId" clId="{A334F845-472C-4D4D-9045-1CE55D4FCB6C}" dt="2026-09-20T07:33:48.334" v="326" actId="1076"/>
        <pc:sldMkLst>
          <pc:docMk/>
          <pc:sldMk cId="0" sldId="264"/>
        </pc:sldMkLst>
        <pc:spChg chg="mod">
          <ac:chgData name="Avanish patel" userId="062418370750ffae" providerId="LiveId" clId="{A334F845-472C-4D4D-9045-1CE55D4FCB6C}" dt="2026-09-20T07:20:58.092" v="169" actId="1076"/>
          <ac:spMkLst>
            <pc:docMk/>
            <pc:sldMk cId="0" sldId="264"/>
            <ac:spMk id="2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21:02.588" v="170" actId="1076"/>
          <ac:spMkLst>
            <pc:docMk/>
            <pc:sldMk cId="0" sldId="264"/>
            <ac:spMk id="3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32:01.702" v="302" actId="14100"/>
          <ac:spMkLst>
            <pc:docMk/>
            <pc:sldMk cId="0" sldId="264"/>
            <ac:spMk id="4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21:12.545" v="172" actId="1076"/>
          <ac:spMkLst>
            <pc:docMk/>
            <pc:sldMk cId="0" sldId="264"/>
            <ac:spMk id="5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21:17.041" v="173" actId="1076"/>
          <ac:spMkLst>
            <pc:docMk/>
            <pc:sldMk cId="0" sldId="264"/>
            <ac:spMk id="6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32:10.104" v="304" actId="14100"/>
          <ac:spMkLst>
            <pc:docMk/>
            <pc:sldMk cId="0" sldId="264"/>
            <ac:spMk id="7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24:34.560" v="211" actId="14100"/>
          <ac:spMkLst>
            <pc:docMk/>
            <pc:sldMk cId="0" sldId="264"/>
            <ac:spMk id="8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24:49.815" v="215" actId="14100"/>
          <ac:spMkLst>
            <pc:docMk/>
            <pc:sldMk cId="0" sldId="264"/>
            <ac:spMk id="9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32:16.325" v="306" actId="14100"/>
          <ac:spMkLst>
            <pc:docMk/>
            <pc:sldMk cId="0" sldId="264"/>
            <ac:spMk id="10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32:20.593" v="307" actId="14100"/>
          <ac:spMkLst>
            <pc:docMk/>
            <pc:sldMk cId="0" sldId="264"/>
            <ac:spMk id="11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32:24.288" v="308" actId="14100"/>
          <ac:spMkLst>
            <pc:docMk/>
            <pc:sldMk cId="0" sldId="264"/>
            <ac:spMk id="12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32:28.068" v="309" actId="1076"/>
          <ac:spMkLst>
            <pc:docMk/>
            <pc:sldMk cId="0" sldId="264"/>
            <ac:spMk id="13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32:33.701" v="310" actId="14100"/>
          <ac:spMkLst>
            <pc:docMk/>
            <pc:sldMk cId="0" sldId="264"/>
            <ac:spMk id="14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32:40.139" v="311" actId="14100"/>
          <ac:spMkLst>
            <pc:docMk/>
            <pc:sldMk cId="0" sldId="264"/>
            <ac:spMk id="15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33:10.360" v="318" actId="1076"/>
          <ac:spMkLst>
            <pc:docMk/>
            <pc:sldMk cId="0" sldId="264"/>
            <ac:spMk id="16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33:29.503" v="322" actId="1076"/>
          <ac:spMkLst>
            <pc:docMk/>
            <pc:sldMk cId="0" sldId="264"/>
            <ac:spMk id="17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32:52.371" v="314" actId="14100"/>
          <ac:spMkLst>
            <pc:docMk/>
            <pc:sldMk cId="0" sldId="264"/>
            <ac:spMk id="18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33:38.632" v="323" actId="1076"/>
          <ac:spMkLst>
            <pc:docMk/>
            <pc:sldMk cId="0" sldId="264"/>
            <ac:spMk id="19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22:42.034" v="188" actId="1076"/>
          <ac:spMkLst>
            <pc:docMk/>
            <pc:sldMk cId="0" sldId="264"/>
            <ac:spMk id="20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22:50.805" v="190" actId="1076"/>
          <ac:spMkLst>
            <pc:docMk/>
            <pc:sldMk cId="0" sldId="264"/>
            <ac:spMk id="21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33:42.129" v="324" actId="1076"/>
          <ac:spMkLst>
            <pc:docMk/>
            <pc:sldMk cId="0" sldId="264"/>
            <ac:spMk id="22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23:04.965" v="193" actId="1076"/>
          <ac:spMkLst>
            <pc:docMk/>
            <pc:sldMk cId="0" sldId="264"/>
            <ac:spMk id="23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23:10.073" v="194" actId="1076"/>
          <ac:spMkLst>
            <pc:docMk/>
            <pc:sldMk cId="0" sldId="264"/>
            <ac:spMk id="24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33:44.795" v="325" actId="1076"/>
          <ac:spMkLst>
            <pc:docMk/>
            <pc:sldMk cId="0" sldId="264"/>
            <ac:spMk id="25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23:32.961" v="198" actId="1076"/>
          <ac:spMkLst>
            <pc:docMk/>
            <pc:sldMk cId="0" sldId="264"/>
            <ac:spMk id="26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23:37.216" v="199" actId="1076"/>
          <ac:spMkLst>
            <pc:docMk/>
            <pc:sldMk cId="0" sldId="264"/>
            <ac:spMk id="27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33:48.334" v="326" actId="1076"/>
          <ac:spMkLst>
            <pc:docMk/>
            <pc:sldMk cId="0" sldId="264"/>
            <ac:spMk id="28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23:50.898" v="202" actId="1076"/>
          <ac:spMkLst>
            <pc:docMk/>
            <pc:sldMk cId="0" sldId="264"/>
            <ac:spMk id="29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23:55.750" v="203" actId="1076"/>
          <ac:spMkLst>
            <pc:docMk/>
            <pc:sldMk cId="0" sldId="264"/>
            <ac:spMk id="30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33:12.661" v="319" actId="1076"/>
          <ac:spMkLst>
            <pc:docMk/>
            <pc:sldMk cId="0" sldId="264"/>
            <ac:spMk id="31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33:19.749" v="320" actId="1076"/>
          <ac:spMkLst>
            <pc:docMk/>
            <pc:sldMk cId="0" sldId="264"/>
            <ac:spMk id="32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33:25.127" v="321" actId="1076"/>
          <ac:spMkLst>
            <pc:docMk/>
            <pc:sldMk cId="0" sldId="264"/>
            <ac:spMk id="33" creationId="{00000000-0000-0000-0000-000000000000}"/>
          </ac:spMkLst>
        </pc:spChg>
      </pc:sldChg>
      <pc:sldChg chg="modSp mod">
        <pc:chgData name="Avanish patel" userId="062418370750ffae" providerId="LiveId" clId="{A334F845-472C-4D4D-9045-1CE55D4FCB6C}" dt="2026-09-20T07:31:46.099" v="300" actId="14100"/>
        <pc:sldMkLst>
          <pc:docMk/>
          <pc:sldMk cId="0" sldId="265"/>
        </pc:sldMkLst>
        <pc:spChg chg="mod">
          <ac:chgData name="Avanish patel" userId="062418370750ffae" providerId="LiveId" clId="{A334F845-472C-4D4D-9045-1CE55D4FCB6C}" dt="2026-09-20T07:31:07.755" v="291" actId="1076"/>
          <ac:spMkLst>
            <pc:docMk/>
            <pc:sldMk cId="0" sldId="265"/>
            <ac:spMk id="2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31:10.952" v="292" actId="1076"/>
          <ac:spMkLst>
            <pc:docMk/>
            <pc:sldMk cId="0" sldId="265"/>
            <ac:spMk id="3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31:46.099" v="300" actId="14100"/>
          <ac:spMkLst>
            <pc:docMk/>
            <pc:sldMk cId="0" sldId="265"/>
            <ac:spMk id="4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31:22.948" v="295" actId="1076"/>
          <ac:spMkLst>
            <pc:docMk/>
            <pc:sldMk cId="0" sldId="265"/>
            <ac:spMk id="5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31:36.931" v="298" actId="14100"/>
          <ac:spMkLst>
            <pc:docMk/>
            <pc:sldMk cId="0" sldId="265"/>
            <ac:spMk id="6" creationId="{00000000-0000-0000-0000-000000000000}"/>
          </ac:spMkLst>
        </pc:spChg>
      </pc:sldChg>
      <pc:sldChg chg="modSp mod">
        <pc:chgData name="Avanish patel" userId="062418370750ffae" providerId="LiveId" clId="{A334F845-472C-4D4D-9045-1CE55D4FCB6C}" dt="2026-09-20T07:30:57.384" v="290" actId="14100"/>
        <pc:sldMkLst>
          <pc:docMk/>
          <pc:sldMk cId="0" sldId="266"/>
        </pc:sldMkLst>
        <pc:spChg chg="mod">
          <ac:chgData name="Avanish patel" userId="062418370750ffae" providerId="LiveId" clId="{A334F845-472C-4D4D-9045-1CE55D4FCB6C}" dt="2026-09-20T07:27:05.147" v="240" actId="1076"/>
          <ac:spMkLst>
            <pc:docMk/>
            <pc:sldMk cId="0" sldId="266"/>
            <ac:spMk id="2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27:08.415" v="241" actId="1076"/>
          <ac:spMkLst>
            <pc:docMk/>
            <pc:sldMk cId="0" sldId="266"/>
            <ac:spMk id="3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29:21.379" v="271" actId="14100"/>
          <ac:spMkLst>
            <pc:docMk/>
            <pc:sldMk cId="0" sldId="266"/>
            <ac:spMk id="4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28:26.022" v="260" actId="1076"/>
          <ac:spMkLst>
            <pc:docMk/>
            <pc:sldMk cId="0" sldId="266"/>
            <ac:spMk id="5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28:34.161" v="262" actId="1076"/>
          <ac:spMkLst>
            <pc:docMk/>
            <pc:sldMk cId="0" sldId="266"/>
            <ac:spMk id="6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28:37.692" v="263" actId="1076"/>
          <ac:spMkLst>
            <pc:docMk/>
            <pc:sldMk cId="0" sldId="266"/>
            <ac:spMk id="7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30:49.935" v="289" actId="14100"/>
          <ac:spMkLst>
            <pc:docMk/>
            <pc:sldMk cId="0" sldId="266"/>
            <ac:spMk id="8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30:27.371" v="286" actId="1076"/>
          <ac:spMkLst>
            <pc:docMk/>
            <pc:sldMk cId="0" sldId="266"/>
            <ac:spMk id="9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30:24.368" v="285" actId="1076"/>
          <ac:spMkLst>
            <pc:docMk/>
            <pc:sldMk cId="0" sldId="266"/>
            <ac:spMk id="10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30:20.910" v="284" actId="1076"/>
          <ac:spMkLst>
            <pc:docMk/>
            <pc:sldMk cId="0" sldId="266"/>
            <ac:spMk id="11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30:57.384" v="290" actId="14100"/>
          <ac:spMkLst>
            <pc:docMk/>
            <pc:sldMk cId="0" sldId="266"/>
            <ac:spMk id="12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29:45.577" v="277" actId="14100"/>
          <ac:spMkLst>
            <pc:docMk/>
            <pc:sldMk cId="0" sldId="266"/>
            <ac:spMk id="13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29:56.887" v="279" actId="1076"/>
          <ac:spMkLst>
            <pc:docMk/>
            <pc:sldMk cId="0" sldId="266"/>
            <ac:spMk id="14" creationId="{00000000-0000-0000-0000-000000000000}"/>
          </ac:spMkLst>
        </pc:spChg>
        <pc:spChg chg="mod">
          <ac:chgData name="Avanish patel" userId="062418370750ffae" providerId="LiveId" clId="{A334F845-472C-4D4D-9045-1CE55D4FCB6C}" dt="2026-09-20T07:30:10.082" v="282" actId="1076"/>
          <ac:spMkLst>
            <pc:docMk/>
            <pc:sldMk cId="0" sldId="266"/>
            <ac:spMk id="15" creationId="{00000000-0000-0000-0000-000000000000}"/>
          </ac:spMkLst>
        </pc:spChg>
      </pc:sldChg>
      <pc:sldChg chg="modSp mod">
        <pc:chgData name="Avanish patel" userId="062418370750ffae" providerId="LiveId" clId="{A334F845-472C-4D4D-9045-1CE55D4FCB6C}" dt="2026-09-20T07:26:53.812" v="239" actId="14100"/>
        <pc:sldMkLst>
          <pc:docMk/>
          <pc:sldMk cId="0" sldId="267"/>
        </pc:sldMkLst>
        <pc:spChg chg="mod">
          <ac:chgData name="Avanish patel" userId="062418370750ffae" providerId="LiveId" clId="{A334F845-472C-4D4D-9045-1CE55D4FCB6C}" dt="2026-09-20T07:26:53.812" v="239" actId="14100"/>
          <ac:spMkLst>
            <pc:docMk/>
            <pc:sldMk cId="0" sldId="267"/>
            <ac:spMk id="2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886231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827"/>
          </a:solidFill>
          <a:ln w="1905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754380" y="100584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INTERVIEW PRO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15340" y="18745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Next-Generation Production MERN Stack AI Mock Interview Platform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98220" y="25374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Voice Assistant • Monaco Coding Lab • Radar Metrics • Resume Skill Scanner • FAANG Tracks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97280" y="33223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Full-Stack Architectural Overview &amp; Project Presentation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0540" y="2057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OVERVIEW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10540" y="42291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 &amp; Platform Solution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1363980"/>
            <a:ext cx="4572000" cy="2731770"/>
          </a:xfrm>
          <a:prstGeom prst="rect">
            <a:avLst/>
          </a:prstGeom>
          <a:solidFill>
            <a:srgbClr val="111827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10540" y="157353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C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Traditional Problem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0" y="1543050"/>
            <a:ext cx="5250180" cy="27317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High Cost &amp; Unavailability of Human Mock Interviewers</a:t>
            </a:r>
            <a:endParaRPr lang="en-US" sz="120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Static Q&amp;A Platforms Lack Real Voice Communication Practice</a:t>
            </a:r>
            <a:endParaRPr lang="en-US" sz="120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 Instant Automated Evaluation of Verbal Confidence &amp; Clarity</a:t>
            </a:r>
            <a:endParaRPr lang="en-US" sz="120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Coding Practice Detached from Verbal Technical Explanation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0" y="1363980"/>
            <a:ext cx="4533900" cy="2731770"/>
          </a:xfrm>
          <a:prstGeom prst="rect">
            <a:avLst/>
          </a:prstGeom>
          <a:solidFill>
            <a:srgbClr val="111827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40680" y="157353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6EE7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AI Interview Pro Solution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632960" y="1363980"/>
            <a:ext cx="45415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24/7 AI Voice Evaluator (Web Speech API STT/TTS)</a:t>
            </a:r>
            <a:endParaRPr lang="en-US" sz="120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Integrated Monaco Code Editor for Live Algorithm Rounds</a:t>
            </a:r>
            <a:endParaRPr lang="en-US" sz="120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6-Point Radar Metrics (Communication, Technical Depth, Confidence)</a:t>
            </a:r>
            <a:endParaRPr lang="en-US" sz="120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Tailored Resume Skill Scanner &amp; Top FAANG Track Modules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7453" y="67733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DESIGN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7453" y="353906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Full-Stack MERN Architecture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845820"/>
            <a:ext cx="4451773" cy="1257300"/>
          </a:xfrm>
          <a:prstGeom prst="rect">
            <a:avLst/>
          </a:prstGeom>
          <a:solidFill>
            <a:srgbClr val="111827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63973" y="102446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Layer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63973" y="1022773"/>
            <a:ext cx="4572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React.js (Vite), Tailwind CSS, Framer Motion, Recharts, @monaco-editor/react, Lucide Icons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915746" y="806872"/>
            <a:ext cx="4204547" cy="1257301"/>
          </a:xfrm>
          <a:prstGeom prst="rect">
            <a:avLst/>
          </a:prstGeom>
          <a:solidFill>
            <a:srgbClr val="111827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34186" y="806873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Layer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035973" y="806873"/>
            <a:ext cx="4040294" cy="1257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Node.js, Express.js (MVC), JWT Security, Helmet, Express Rate Limit, Multer, Nodemailer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59" y="2192020"/>
            <a:ext cx="4465319" cy="1447800"/>
          </a:xfrm>
          <a:prstGeom prst="rect">
            <a:avLst/>
          </a:prstGeom>
          <a:solidFill>
            <a:srgbClr val="111827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7933" y="2629747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&amp; Cloud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84386" y="2629747"/>
            <a:ext cx="4572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MongoDB Atlas &amp; Mongoose Schemas (User, Interview, Answer, Report, Coding, Payment)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939453" y="2197947"/>
            <a:ext cx="4204547" cy="1435946"/>
          </a:xfrm>
          <a:prstGeom prst="rect">
            <a:avLst/>
          </a:prstGeom>
          <a:solidFill>
            <a:srgbClr val="111827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28919" y="2394373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&amp; Services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134186" y="2629747"/>
            <a:ext cx="4009814" cy="10041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GPT API, Web Speech API (STT/TTS), PDF Generator Engine, Stripe Payments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CAPABILITIES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0" y="169333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Comprehensive Feature Ecosystem (17 Sections)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81186" y="728133"/>
            <a:ext cx="2765213" cy="64008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4067" y="870373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JWT &amp; Google OAuth Auth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017520" y="748030"/>
            <a:ext cx="3017520" cy="64008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68134" y="900853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Interactive AI Dashboard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035040" y="734906"/>
            <a:ext cx="3108960" cy="64008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146800" y="850053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18 Interview Categories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81187" y="1436793"/>
            <a:ext cx="2765213" cy="64008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4067" y="1551093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Custom Difficulty &amp; Duration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017520" y="1471295"/>
            <a:ext cx="3017520" cy="64008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68134" y="1555431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Voice STT &amp; TTS Engine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06160" y="1432349"/>
            <a:ext cx="3037840" cy="64008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17920" y="1597556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6-Point Radar Metrics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1187" y="2145453"/>
            <a:ext cx="2765213" cy="64008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4067" y="2270337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Printable PDF Reports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017520" y="2157095"/>
            <a:ext cx="3017520" cy="64008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3200400" y="2302934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Resume Skill Extractor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070600" y="2152863"/>
            <a:ext cx="3037840" cy="64008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97600" y="2335531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10 FAANG Company Tracks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81187" y="2854113"/>
            <a:ext cx="2765213" cy="64008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4067" y="297180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Monaco Code Editor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017520" y="2854113"/>
            <a:ext cx="3017520" cy="64008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129280" y="2980055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Hidden Test Cases Runner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106160" y="2857502"/>
            <a:ext cx="2981960" cy="64008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09360" y="3005455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AI Code Complexity Analysis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1187" y="3589020"/>
            <a:ext cx="2765213" cy="64008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4067" y="3667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Admin Command Panel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017520" y="3627543"/>
            <a:ext cx="3017520" cy="64008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3168227" y="3707977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Stripe Billing Integration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126480" y="3589020"/>
            <a:ext cx="2981960" cy="64008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277187" y="36949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Leaderboards &amp; Badges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9853" y="1371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INNOVATION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19853" y="411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Voice &amp; Speech Recognition Engine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1392767"/>
            <a:ext cx="9123680" cy="3839633"/>
          </a:xfrm>
          <a:prstGeom prst="rect">
            <a:avLst/>
          </a:prstGeom>
          <a:solidFill>
            <a:srgbClr val="111827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17373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Voice Assistant Architecture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0" y="2377440"/>
            <a:ext cx="91440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600"/>
              </a:lnSpc>
              <a:buNone/>
            </a:pPr>
            <a:r>
              <a:rPr lang="en-US" sz="13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Text-to-Speech (TTS): AI interviewer speaks questions aloud with custom pitch &amp; rate controls.</a:t>
            </a:r>
            <a:endParaRPr lang="en-US" sz="1300" dirty="0"/>
          </a:p>
          <a:p>
            <a:pPr marL="0" indent="0">
              <a:lnSpc>
                <a:spcPts val="2600"/>
              </a:lnSpc>
              <a:buNone/>
            </a:pPr>
            <a:r>
              <a:rPr lang="en-US" sz="13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Speech-to-Text (STT): WebSpeech API captures candidate microphone audio and converts it to continuous transcript.</a:t>
            </a:r>
            <a:endParaRPr lang="en-US" sz="1300" dirty="0"/>
          </a:p>
          <a:p>
            <a:pPr marL="0" indent="0">
              <a:lnSpc>
                <a:spcPts val="2600"/>
              </a:lnSpc>
              <a:buNone/>
            </a:pPr>
            <a:r>
              <a:rPr lang="en-US" sz="13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Question Timer Ring: 120-second dynamic timer per question with Skip, Repeat, and End actions.</a:t>
            </a:r>
            <a:endParaRPr lang="en-US" sz="1300" dirty="0"/>
          </a:p>
          <a:p>
            <a:pPr marL="0" indent="0">
              <a:lnSpc>
                <a:spcPts val="2600"/>
              </a:lnSpc>
              <a:buNone/>
            </a:pPr>
            <a:r>
              <a:rPr lang="en-US" sz="13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Real-time Audio Wave Visualizer: Provides responsive visual feedback while candidate or AI is speaking.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5120" y="125307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CODING LAB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25120" y="336974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Monaco Code Sandbox &amp; AI Analysis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" y="999067"/>
            <a:ext cx="4902200" cy="412496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1707" y="1348317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Integrated Monaco IDE Features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31707" y="1614593"/>
            <a:ext cx="45720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Supports JavaScript, Python, C++, and Java</a:t>
            </a:r>
            <a:endParaRPr lang="en-US" sz="120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Real-Time Test Case Execution Runner</a:t>
            </a:r>
            <a:endParaRPr lang="en-US" sz="120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Execution Time (ms) &amp; Memory Usage (MB)</a:t>
            </a:r>
            <a:endParaRPr lang="en-US" sz="120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Syntax Highlighting &amp; VS Dark Theme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902201" y="999067"/>
            <a:ext cx="4241799" cy="4161366"/>
          </a:xfrm>
          <a:prstGeom prst="rect">
            <a:avLst/>
          </a:prstGeom>
          <a:solidFill>
            <a:srgbClr val="111827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96747" y="1737360"/>
            <a:ext cx="3847253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Code Optimization Feedback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357707" y="2286000"/>
            <a:ext cx="3786293" cy="2857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Automated Time Complexity Evaluation (O(N))</a:t>
            </a:r>
            <a:endParaRPr lang="en-US" sz="120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Auxiliary Space Complexity Calculation</a:t>
            </a:r>
            <a:endParaRPr lang="en-US" sz="120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Modular Code Quality Rating &amp; Clean Tips</a:t>
            </a:r>
            <a:endParaRPr lang="en-US" sz="120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Optimized Alternative Solution Snippets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33586" y="482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SCORING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33586" y="34417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6-Point Radar Metrics Evaluation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18345" y="828887"/>
            <a:ext cx="4507655" cy="1188720"/>
          </a:xfrm>
          <a:prstGeom prst="rect">
            <a:avLst/>
          </a:prstGeom>
          <a:solidFill>
            <a:srgbClr val="111827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63973" y="88773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Communication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63973" y="1051136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Clarity, speech pace, and structured delivery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971628" y="802428"/>
            <a:ext cx="4104639" cy="1188720"/>
          </a:xfrm>
          <a:prstGeom prst="rect">
            <a:avLst/>
          </a:prstGeom>
          <a:solidFill>
            <a:srgbClr val="111827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71628" y="8864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35973" y="113919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Vocal firmness and composure under pressure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3586" y="2139950"/>
            <a:ext cx="4507655" cy="1188720"/>
          </a:xfrm>
          <a:prstGeom prst="rect">
            <a:avLst/>
          </a:prstGeom>
          <a:solidFill>
            <a:srgbClr val="111827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586" y="217762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Depth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33586" y="2412365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 of domain concepts and trade-offs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932681" y="2149474"/>
            <a:ext cx="4211319" cy="1188720"/>
          </a:xfrm>
          <a:prstGeom prst="rect">
            <a:avLst/>
          </a:prstGeom>
          <a:solidFill>
            <a:srgbClr val="111827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35973" y="219434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Solving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035973" y="2397759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Logical framework &amp; edge-case consideration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33586" y="3450590"/>
            <a:ext cx="4492414" cy="1188720"/>
          </a:xfrm>
          <a:prstGeom prst="rect">
            <a:avLst/>
          </a:prstGeom>
          <a:solidFill>
            <a:srgbClr val="111827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3586" y="34290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Vocabulary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33586" y="3752003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of precise industry terminology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932681" y="3425401"/>
            <a:ext cx="4143586" cy="1188720"/>
          </a:xfrm>
          <a:prstGeom prst="rect">
            <a:avLst/>
          </a:prstGeom>
          <a:solidFill>
            <a:srgbClr val="111827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35973" y="34544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Grammar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063068" y="3696547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Syntactical correctness in verbal answers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3520" y="457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PERSONALIZATION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291253" y="320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Resume Skill Scanner &amp; Custom Interview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833120"/>
            <a:ext cx="9144000" cy="431038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45347" y="1009227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Resume Scanning Pipeline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45347" y="1208193"/>
            <a:ext cx="96012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600"/>
              </a:lnSpc>
              <a:buNone/>
            </a:pPr>
            <a:r>
              <a:rPr lang="en-US" sz="13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Candidate Uploads Resume PDF or Pastes Text Summary</a:t>
            </a:r>
            <a:endParaRPr lang="en-US" sz="1300" dirty="0"/>
          </a:p>
          <a:p>
            <a:pPr marL="0" indent="0">
              <a:lnSpc>
                <a:spcPts val="2600"/>
              </a:lnSpc>
              <a:buNone/>
            </a:pPr>
            <a:r>
              <a:rPr lang="en-US" sz="13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AI Skill Extraction Engine identifies key tech stack keywords (React, Node.js, MongoDB, Python, Docker)</a:t>
            </a:r>
            <a:endParaRPr lang="en-US" sz="1300" dirty="0"/>
          </a:p>
          <a:p>
            <a:pPr marL="0" indent="0">
              <a:lnSpc>
                <a:spcPts val="2600"/>
              </a:lnSpc>
              <a:buNone/>
            </a:pPr>
            <a:r>
              <a:rPr lang="en-US" sz="13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Custom Interview Question Generator creates 5 targeted questions based on candidate exact background</a:t>
            </a:r>
            <a:endParaRPr lang="en-US" sz="1300" dirty="0"/>
          </a:p>
          <a:p>
            <a:pPr marL="0" indent="0">
              <a:lnSpc>
                <a:spcPts val="2600"/>
              </a:lnSpc>
              <a:buNone/>
            </a:pPr>
            <a:r>
              <a:rPr lang="en-US" sz="13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Direct launch into AI Voice Interview Room tailored to resume experience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" y="91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PRACTICE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91440" y="3886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FAANG Company Interview Modules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08796" y="870585"/>
            <a:ext cx="1483361" cy="1828800"/>
          </a:xfrm>
          <a:prstGeom prst="rect">
            <a:avLst/>
          </a:prstGeom>
          <a:solidFill>
            <a:srgbClr val="111827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" y="111379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8853" y="152019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Round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Tailored Track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659255" y="880110"/>
            <a:ext cx="1530772" cy="1828800"/>
          </a:xfrm>
          <a:prstGeom prst="rect">
            <a:avLst/>
          </a:prstGeom>
          <a:solidFill>
            <a:srgbClr val="111827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903307" y="1113790"/>
            <a:ext cx="1457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920240" y="1463040"/>
            <a:ext cx="148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Round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Tailored Track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00094" y="862118"/>
            <a:ext cx="1351916" cy="1828800"/>
          </a:xfrm>
          <a:prstGeom prst="rect">
            <a:avLst/>
          </a:prstGeom>
          <a:solidFill>
            <a:srgbClr val="111827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48990" y="984779"/>
            <a:ext cx="122301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321472" y="1361969"/>
            <a:ext cx="119718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Round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Tailored Track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00906" y="862118"/>
            <a:ext cx="1394671" cy="1828800"/>
          </a:xfrm>
          <a:prstGeom prst="rect">
            <a:avLst/>
          </a:prstGeom>
          <a:solidFill>
            <a:srgbClr val="111827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737735" y="937260"/>
            <a:ext cx="119739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804832" y="1283864"/>
            <a:ext cx="126174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Round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Tailored Track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32406" y="867833"/>
            <a:ext cx="1474471" cy="1828800"/>
          </a:xfrm>
          <a:prstGeom prst="rect">
            <a:avLst/>
          </a:prstGeom>
          <a:solidFill>
            <a:srgbClr val="111827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115685" y="941547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Netflix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309361" y="1333473"/>
            <a:ext cx="130471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Round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Tailored Track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1280" y="2757593"/>
            <a:ext cx="1920240" cy="1828800"/>
          </a:xfrm>
          <a:prstGeom prst="rect">
            <a:avLst/>
          </a:prstGeom>
          <a:solidFill>
            <a:srgbClr val="111827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13360" y="31318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Adobe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82880" y="356616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Round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Tailored Track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082800" y="2757593"/>
            <a:ext cx="1920240" cy="1828800"/>
          </a:xfrm>
          <a:prstGeom prst="rect">
            <a:avLst/>
          </a:prstGeom>
          <a:solidFill>
            <a:srgbClr val="111827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258906" y="310896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2272453" y="358902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Round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Tailored Track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101253" y="2764790"/>
            <a:ext cx="1920240" cy="1828800"/>
          </a:xfrm>
          <a:prstGeom prst="rect">
            <a:avLst/>
          </a:prstGeom>
          <a:solidFill>
            <a:srgbClr val="111827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297680" y="3064721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Uber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343400" y="349758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Round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Tailored Track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80548" y="2764790"/>
            <a:ext cx="1920240" cy="1828800"/>
          </a:xfrm>
          <a:prstGeom prst="rect">
            <a:avLst/>
          </a:prstGeom>
          <a:solidFill>
            <a:srgbClr val="111827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309360" y="301371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LinkedIn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419426" y="349758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Round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Tailored Track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667202" y="862118"/>
            <a:ext cx="1420071" cy="1828800"/>
          </a:xfrm>
          <a:prstGeom prst="rect">
            <a:avLst/>
          </a:prstGeom>
          <a:solidFill>
            <a:srgbClr val="111827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98080" y="996209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7508557" y="1386099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Round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Tailored Track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2720" y="8467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GOVERNANCE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82880" y="324273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Control Panel &amp; Business Intelligence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845820"/>
            <a:ext cx="9144000" cy="438912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013" y="1187026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Governance Features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" y="1266190"/>
            <a:ext cx="87325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600"/>
              </a:lnSpc>
              <a:buNone/>
            </a:pPr>
            <a:r>
              <a:rPr lang="en-US" sz="13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User Management Suite: View registered candidates, role assignments (User/Admin), and active subscriptions.</a:t>
            </a:r>
            <a:endParaRPr lang="en-US" sz="1300" dirty="0"/>
          </a:p>
          <a:p>
            <a:pPr marL="0" indent="0">
              <a:lnSpc>
                <a:spcPts val="2600"/>
              </a:lnSpc>
              <a:buNone/>
            </a:pPr>
            <a:r>
              <a:rPr lang="en-US" sz="13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Delete User Capabilities: Administrative security controls for platform moderation.</a:t>
            </a:r>
            <a:endParaRPr lang="en-US" sz="1300" dirty="0"/>
          </a:p>
          <a:p>
            <a:pPr marL="0" indent="0">
              <a:lnSpc>
                <a:spcPts val="2600"/>
              </a:lnSpc>
              <a:buNone/>
            </a:pPr>
            <a:r>
              <a:rPr lang="en-US" sz="13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Revenue Dashboard: Visual bar chart metrics tracking monthly subscription earnings ($).</a:t>
            </a:r>
            <a:endParaRPr lang="en-US" sz="1300" dirty="0"/>
          </a:p>
          <a:p>
            <a:pPr marL="0" indent="0">
              <a:lnSpc>
                <a:spcPts val="2600"/>
              </a:lnSpc>
              <a:buNone/>
            </a:pPr>
            <a:r>
              <a:rPr lang="en-US" sz="13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System Analytics: Total interviews completed, total questions answered, and growth rates.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2720" y="16933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MODEL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257387" y="240453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Monetization &amp; Stripe Billing Models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640080"/>
            <a:ext cx="2834641" cy="438912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94690" y="1115483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Starter Free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94690" y="1700741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 / mo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03013" y="2311717"/>
            <a:ext cx="283464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AI Mock Interviews / month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Score Overview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27538" y="640080"/>
            <a:ext cx="3288558" cy="4463627"/>
          </a:xfrm>
          <a:prstGeom prst="rect">
            <a:avLst/>
          </a:prstGeom>
          <a:solidFill>
            <a:srgbClr val="111827"/>
          </a:solidFill>
          <a:ln w="25400">
            <a:solidFill>
              <a:srgbClr val="8B5C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14198" y="1253913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Unlimited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544253" y="1744769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$19 / mo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521710" y="2210647"/>
            <a:ext cx="283464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Unlimited AI Voice Rounds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Monaco Code Sandbox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10 FAANG Tracks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 Reports Download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26362" y="640080"/>
            <a:ext cx="2997624" cy="4515696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363971" y="973666"/>
            <a:ext cx="352170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Teams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557433" y="150749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$49 / mo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444614" y="1776517"/>
            <a:ext cx="2338493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Bootcamp &amp; Team Accounts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Account Manager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Progress Analytics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827"/>
          </a:solidFill>
          <a:ln w="1905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097280" y="164592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You!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097280" y="25603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Interview Pro is Ready for Production &amp; Local Access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97280" y="3291840"/>
            <a:ext cx="91440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6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Localhost Access: http://localhost:3000</a:t>
            </a:r>
            <a:endParaRPr lang="en-US" sz="1400" dirty="0"/>
          </a:p>
          <a:p>
            <a:pPr marL="0" indent="0">
              <a:lnSpc>
                <a:spcPts val="26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Backend API Endpoint: http://localhost:5000</a:t>
            </a:r>
            <a:endParaRPr lang="en-US" sz="1400" dirty="0"/>
          </a:p>
          <a:p>
            <a:pPr marL="0" indent="0">
              <a:lnSpc>
                <a:spcPts val="26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Render Blueprint Deployment: 1-Click render.yaml ready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833</Words>
  <Application>Microsoft Office PowerPoint</Application>
  <PresentationFormat>On-screen Show (16:9)</PresentationFormat>
  <Paragraphs>156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4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AI Interview Pro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Interview Pro - Platform Presentation</dc:title>
  <dc:subject>PptxGenJS Presentation</dc:subject>
  <dc:creator>AI Interview Pro Team</dc:creator>
  <cp:lastModifiedBy>Avanish patel</cp:lastModifiedBy>
  <cp:revision>1</cp:revision>
  <dcterms:created xsi:type="dcterms:W3CDTF">2026-09-20T07:02:16Z</dcterms:created>
  <dcterms:modified xsi:type="dcterms:W3CDTF">2026-09-20T07:38:20Z</dcterms:modified>
</cp:coreProperties>
</file>