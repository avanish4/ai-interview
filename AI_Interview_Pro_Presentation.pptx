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8779F8-227F-4DA9-A275-E27C72F44129}" v="34" dt="2026-09-20T18:43:02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anish patel" userId="062418370750ffae" providerId="LiveId" clId="{A334F845-472C-4D4D-9045-1CE55D4FCB6C}"/>
    <pc:docChg chg="modSld">
      <pc:chgData name="Avanish patel" userId="062418370750ffae" providerId="LiveId" clId="{A334F845-472C-4D4D-9045-1CE55D4FCB6C}" dt="2026-09-20T18:43:02.724" v="417" actId="20577"/>
      <pc:docMkLst>
        <pc:docMk/>
      </pc:docMkLst>
      <pc:sldChg chg="modSp mod">
        <pc:chgData name="Avanish patel" userId="062418370750ffae" providerId="LiveId" clId="{A334F845-472C-4D4D-9045-1CE55D4FCB6C}" dt="2026-09-20T07:10:01.633" v="48" actId="14100"/>
        <pc:sldMkLst>
          <pc:docMk/>
          <pc:sldMk cId="0" sldId="256"/>
        </pc:sldMkLst>
        <pc:spChg chg="mod">
          <ac:chgData name="Avanish patel" userId="062418370750ffae" providerId="LiveId" clId="{A334F845-472C-4D4D-9045-1CE55D4FCB6C}" dt="2026-09-20T07:10:01.633" v="48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06:17.823" v="8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06:25.682" v="9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06:35.346" v="10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06:42.047" v="11" actId="1076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Avanish patel" userId="062418370750ffae" providerId="LiveId" clId="{A334F845-472C-4D4D-9045-1CE55D4FCB6C}" dt="2026-09-20T07:10:30.618" v="51" actId="14100"/>
        <pc:sldMkLst>
          <pc:docMk/>
          <pc:sldMk cId="0" sldId="257"/>
        </pc:sldMkLst>
        <pc:spChg chg="mod">
          <ac:chgData name="Avanish patel" userId="062418370750ffae" providerId="LiveId" clId="{A334F845-472C-4D4D-9045-1CE55D4FCB6C}" dt="2026-09-20T07:06:55.553" v="12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07:01.705" v="13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0:30.618" v="51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09:19.147" v="42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0:24.646" v="50" actId="14100"/>
          <ac:spMkLst>
            <pc:docMk/>
            <pc:sldMk cId="0" sldId="257"/>
            <ac:spMk id="6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08:46.686" v="34" actId="14100"/>
          <ac:spMkLst>
            <pc:docMk/>
            <pc:sldMk cId="0" sldId="257"/>
            <ac:spMk id="7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07:52.865" v="23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08:25.942" v="30" actId="14100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Avanish patel" userId="062418370750ffae" providerId="LiveId" clId="{A334F845-472C-4D4D-9045-1CE55D4FCB6C}" dt="2026-09-20T07:14:13.364" v="95" actId="14100"/>
        <pc:sldMkLst>
          <pc:docMk/>
          <pc:sldMk cId="0" sldId="258"/>
        </pc:sldMkLst>
        <pc:spChg chg="mod">
          <ac:chgData name="Avanish patel" userId="062418370750ffae" providerId="LiveId" clId="{A334F845-472C-4D4D-9045-1CE55D4FCB6C}" dt="2026-09-20T07:10:48.787" v="52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0:53.710" v="53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1:49.614" v="63" actId="14100"/>
          <ac:spMkLst>
            <pc:docMk/>
            <pc:sldMk cId="0" sldId="258"/>
            <ac:spMk id="4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1:06.143" v="55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1:14.163" v="56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3:57.903" v="92" actId="14100"/>
          <ac:spMkLst>
            <pc:docMk/>
            <pc:sldMk cId="0" sldId="258"/>
            <ac:spMk id="7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2:04.133" v="66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3:54.278" v="91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4:13.364" v="95" actId="1410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3:14.593" v="83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3:10.091" v="82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3:25.478" v="85" actId="14100"/>
          <ac:spMkLst>
            <pc:docMk/>
            <pc:sldMk cId="0" sldId="258"/>
            <ac:spMk id="13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2:35.571" v="74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3:40.173" v="88" actId="14100"/>
          <ac:spMkLst>
            <pc:docMk/>
            <pc:sldMk cId="0" sldId="258"/>
            <ac:spMk id="15" creationId="{00000000-0000-0000-0000-000000000000}"/>
          </ac:spMkLst>
        </pc:spChg>
      </pc:sldChg>
      <pc:sldChg chg="modSp mod">
        <pc:chgData name="Avanish patel" userId="062418370750ffae" providerId="LiveId" clId="{A334F845-472C-4D4D-9045-1CE55D4FCB6C}" dt="2026-09-20T07:38:12.094" v="383" actId="14100"/>
        <pc:sldMkLst>
          <pc:docMk/>
          <pc:sldMk cId="0" sldId="259"/>
        </pc:sldMkLst>
        <pc:spChg chg="mod">
          <ac:chgData name="Avanish patel" userId="062418370750ffae" providerId="LiveId" clId="{A334F845-472C-4D4D-9045-1CE55D4FCB6C}" dt="2026-09-20T07:34:33.577" v="331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4:37.697" v="332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5:45.987" v="349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4:47.399" v="334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6:36.105" v="362" actId="14100"/>
          <ac:spMkLst>
            <pc:docMk/>
            <pc:sldMk cId="0" sldId="259"/>
            <ac:spMk id="6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5:55.472" v="351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7:24.843" v="372" actId="14100"/>
          <ac:spMkLst>
            <pc:docMk/>
            <pc:sldMk cId="0" sldId="259"/>
            <ac:spMk id="8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7:11.696" v="368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5:31.380" v="345" actId="1410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4:54.149" v="336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6:39.815" v="363" actId="1410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6:06.017" v="353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7:20.655" v="371" actId="14100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7:29.597" v="373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5:34.581" v="346" actId="14100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5:06.103" v="339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6:43.297" v="364" actId="14100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6:15.054" v="356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7:45.079" v="377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7:42.697" v="376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5:38.561" v="347" actId="14100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5:14.114" v="341" actId="107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6:46.932" v="365" actId="14100"/>
          <ac:spMkLst>
            <pc:docMk/>
            <pc:sldMk cId="0" sldId="259"/>
            <ac:spMk id="24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6:22.997" v="358" actId="107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8:12.094" v="383" actId="14100"/>
          <ac:spMkLst>
            <pc:docMk/>
            <pc:sldMk cId="0" sldId="259"/>
            <ac:spMk id="26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7:55.530" v="379" actId="107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5:41.770" v="348" actId="14100"/>
          <ac:spMkLst>
            <pc:docMk/>
            <pc:sldMk cId="0" sldId="259"/>
            <ac:spMk id="28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5:21.176" v="343" actId="107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6:50.191" v="366" actId="14100"/>
          <ac:spMkLst>
            <pc:docMk/>
            <pc:sldMk cId="0" sldId="259"/>
            <ac:spMk id="30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6:32.288" v="361" actId="1076"/>
          <ac:spMkLst>
            <pc:docMk/>
            <pc:sldMk cId="0" sldId="259"/>
            <ac:spMk id="31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8:08.949" v="382" actId="14100"/>
          <ac:spMkLst>
            <pc:docMk/>
            <pc:sldMk cId="0" sldId="259"/>
            <ac:spMk id="32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8:04.587" v="381" actId="1076"/>
          <ac:spMkLst>
            <pc:docMk/>
            <pc:sldMk cId="0" sldId="259"/>
            <ac:spMk id="33" creationId="{00000000-0000-0000-0000-000000000000}"/>
          </ac:spMkLst>
        </pc:spChg>
      </pc:sldChg>
      <pc:sldChg chg="modSp mod">
        <pc:chgData name="Avanish patel" userId="062418370750ffae" providerId="LiveId" clId="{A334F845-472C-4D4D-9045-1CE55D4FCB6C}" dt="2026-09-20T07:15:18.411" v="105" actId="14100"/>
        <pc:sldMkLst>
          <pc:docMk/>
          <pc:sldMk cId="0" sldId="260"/>
        </pc:sldMkLst>
        <pc:spChg chg="mod">
          <ac:chgData name="Avanish patel" userId="062418370750ffae" providerId="LiveId" clId="{A334F845-472C-4D4D-9045-1CE55D4FCB6C}" dt="2026-09-20T07:14:24.671" v="96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4:28.077" v="97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5:18.411" v="105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5:02.885" v="102" actId="14100"/>
          <ac:spMkLst>
            <pc:docMk/>
            <pc:sldMk cId="0" sldId="260"/>
            <ac:spMk id="6" creationId="{00000000-0000-0000-0000-000000000000}"/>
          </ac:spMkLst>
        </pc:spChg>
      </pc:sldChg>
      <pc:sldChg chg="modSp mod">
        <pc:chgData name="Avanish patel" userId="062418370750ffae" providerId="LiveId" clId="{A334F845-472C-4D4D-9045-1CE55D4FCB6C}" dt="2026-09-20T07:17:45.163" v="132" actId="14100"/>
        <pc:sldMkLst>
          <pc:docMk/>
          <pc:sldMk cId="0" sldId="261"/>
        </pc:sldMkLst>
        <pc:spChg chg="mod">
          <ac:chgData name="Avanish patel" userId="062418370750ffae" providerId="LiveId" clId="{A334F845-472C-4D4D-9045-1CE55D4FCB6C}" dt="2026-09-20T07:15:32.310" v="106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5:38.094" v="107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7:40.904" v="131" actId="14100"/>
          <ac:spMkLst>
            <pc:docMk/>
            <pc:sldMk cId="0" sldId="261"/>
            <ac:spMk id="4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5:54.993" v="111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5:47.418" v="109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7:45.163" v="132" actId="14100"/>
          <ac:spMkLst>
            <pc:docMk/>
            <pc:sldMk cId="0" sldId="261"/>
            <ac:spMk id="7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6:56.335" v="124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6:35.509" v="119" actId="14100"/>
          <ac:spMkLst>
            <pc:docMk/>
            <pc:sldMk cId="0" sldId="261"/>
            <ac:spMk id="9" creationId="{00000000-0000-0000-0000-000000000000}"/>
          </ac:spMkLst>
        </pc:spChg>
      </pc:sldChg>
      <pc:sldChg chg="modSp mod">
        <pc:chgData name="Avanish patel" userId="062418370750ffae" providerId="LiveId" clId="{A334F845-472C-4D4D-9045-1CE55D4FCB6C}" dt="2026-09-20T07:34:23.345" v="330" actId="14100"/>
        <pc:sldMkLst>
          <pc:docMk/>
          <pc:sldMk cId="0" sldId="262"/>
        </pc:sldMkLst>
        <pc:spChg chg="mod">
          <ac:chgData name="Avanish patel" userId="062418370750ffae" providerId="LiveId" clId="{A334F845-472C-4D4D-9045-1CE55D4FCB6C}" dt="2026-09-20T07:18:01.976" v="135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8:04.946" v="136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8:58.538" v="147" actId="14100"/>
          <ac:spMkLst>
            <pc:docMk/>
            <pc:sldMk cId="0" sldId="262"/>
            <ac:spMk id="4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8:13.669" v="138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8:18.010" v="139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4:10.087" v="327" actId="14100"/>
          <ac:spMkLst>
            <pc:docMk/>
            <pc:sldMk cId="0" sldId="262"/>
            <ac:spMk id="7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9:15.914" v="151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9:20.417" v="152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9:02.290" v="148" actId="14100"/>
          <ac:spMkLst>
            <pc:docMk/>
            <pc:sldMk cId="0" sldId="262"/>
            <ac:spMk id="10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8:27.184" v="141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8:32.164" v="142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4:15.354" v="328" actId="14100"/>
          <ac:spMkLst>
            <pc:docMk/>
            <pc:sldMk cId="0" sldId="262"/>
            <ac:spMk id="13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9:28.597" v="154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9:37.227" v="156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9:05.945" v="149" actId="1410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8:43.148" v="144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8:49.144" v="145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4:23.345" v="330" actId="14100"/>
          <ac:spMkLst>
            <pc:docMk/>
            <pc:sldMk cId="0" sldId="262"/>
            <ac:spMk id="19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19:56.037" v="159" actId="107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0:02.102" v="160" actId="1076"/>
          <ac:spMkLst>
            <pc:docMk/>
            <pc:sldMk cId="0" sldId="262"/>
            <ac:spMk id="21" creationId="{00000000-0000-0000-0000-000000000000}"/>
          </ac:spMkLst>
        </pc:spChg>
      </pc:sldChg>
      <pc:sldChg chg="modSp mod">
        <pc:chgData name="Avanish patel" userId="062418370750ffae" providerId="LiveId" clId="{A334F845-472C-4D4D-9045-1CE55D4FCB6C}" dt="2026-09-20T07:20:49.588" v="168" actId="14100"/>
        <pc:sldMkLst>
          <pc:docMk/>
          <pc:sldMk cId="0" sldId="263"/>
        </pc:sldMkLst>
        <pc:spChg chg="mod">
          <ac:chgData name="Avanish patel" userId="062418370750ffae" providerId="LiveId" clId="{A334F845-472C-4D4D-9045-1CE55D4FCB6C}" dt="2026-09-20T07:20:19.610" v="161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0:24.655" v="162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0:49.588" v="168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0:32.871" v="164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0:36.842" v="165" actId="1076"/>
          <ac:spMkLst>
            <pc:docMk/>
            <pc:sldMk cId="0" sldId="263"/>
            <ac:spMk id="6" creationId="{00000000-0000-0000-0000-000000000000}"/>
          </ac:spMkLst>
        </pc:spChg>
      </pc:sldChg>
      <pc:sldChg chg="modSp mod">
        <pc:chgData name="Avanish patel" userId="062418370750ffae" providerId="LiveId" clId="{A334F845-472C-4D4D-9045-1CE55D4FCB6C}" dt="2026-09-20T07:33:48.334" v="326" actId="1076"/>
        <pc:sldMkLst>
          <pc:docMk/>
          <pc:sldMk cId="0" sldId="264"/>
        </pc:sldMkLst>
        <pc:spChg chg="mod">
          <ac:chgData name="Avanish patel" userId="062418370750ffae" providerId="LiveId" clId="{A334F845-472C-4D4D-9045-1CE55D4FCB6C}" dt="2026-09-20T07:20:58.092" v="169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1:02.588" v="170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2:01.702" v="302" actId="14100"/>
          <ac:spMkLst>
            <pc:docMk/>
            <pc:sldMk cId="0" sldId="264"/>
            <ac:spMk id="4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1:12.545" v="172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1:17.041" v="173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2:10.104" v="304" actId="14100"/>
          <ac:spMkLst>
            <pc:docMk/>
            <pc:sldMk cId="0" sldId="264"/>
            <ac:spMk id="7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4:34.560" v="211" actId="14100"/>
          <ac:spMkLst>
            <pc:docMk/>
            <pc:sldMk cId="0" sldId="264"/>
            <ac:spMk id="8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4:49.815" v="215" actId="14100"/>
          <ac:spMkLst>
            <pc:docMk/>
            <pc:sldMk cId="0" sldId="264"/>
            <ac:spMk id="9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2:16.325" v="306" actId="14100"/>
          <ac:spMkLst>
            <pc:docMk/>
            <pc:sldMk cId="0" sldId="264"/>
            <ac:spMk id="10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2:20.593" v="307" actId="1410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2:24.288" v="308" actId="14100"/>
          <ac:spMkLst>
            <pc:docMk/>
            <pc:sldMk cId="0" sldId="264"/>
            <ac:spMk id="12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2:28.068" v="309" actId="107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2:33.701" v="310" actId="14100"/>
          <ac:spMkLst>
            <pc:docMk/>
            <pc:sldMk cId="0" sldId="264"/>
            <ac:spMk id="14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2:40.139" v="311" actId="14100"/>
          <ac:spMkLst>
            <pc:docMk/>
            <pc:sldMk cId="0" sldId="264"/>
            <ac:spMk id="15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3:10.360" v="318" actId="1076"/>
          <ac:spMkLst>
            <pc:docMk/>
            <pc:sldMk cId="0" sldId="264"/>
            <ac:spMk id="16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3:29.503" v="322" actId="107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2:52.371" v="314" actId="14100"/>
          <ac:spMkLst>
            <pc:docMk/>
            <pc:sldMk cId="0" sldId="264"/>
            <ac:spMk id="18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3:38.632" v="323" actId="107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2:42.034" v="188" actId="107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2:50.805" v="190" actId="1076"/>
          <ac:spMkLst>
            <pc:docMk/>
            <pc:sldMk cId="0" sldId="264"/>
            <ac:spMk id="21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3:42.129" v="324" actId="1076"/>
          <ac:spMkLst>
            <pc:docMk/>
            <pc:sldMk cId="0" sldId="264"/>
            <ac:spMk id="22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3:04.965" v="193" actId="1076"/>
          <ac:spMkLst>
            <pc:docMk/>
            <pc:sldMk cId="0" sldId="264"/>
            <ac:spMk id="23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3:10.073" v="194" actId="1076"/>
          <ac:spMkLst>
            <pc:docMk/>
            <pc:sldMk cId="0" sldId="264"/>
            <ac:spMk id="24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3:44.795" v="325" actId="1076"/>
          <ac:spMkLst>
            <pc:docMk/>
            <pc:sldMk cId="0" sldId="264"/>
            <ac:spMk id="25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3:32.961" v="198" actId="107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3:37.216" v="199" actId="1076"/>
          <ac:spMkLst>
            <pc:docMk/>
            <pc:sldMk cId="0" sldId="264"/>
            <ac:spMk id="27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3:48.334" v="326" actId="1076"/>
          <ac:spMkLst>
            <pc:docMk/>
            <pc:sldMk cId="0" sldId="264"/>
            <ac:spMk id="28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3:50.898" v="202" actId="1076"/>
          <ac:spMkLst>
            <pc:docMk/>
            <pc:sldMk cId="0" sldId="264"/>
            <ac:spMk id="29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3:55.750" v="203" actId="1076"/>
          <ac:spMkLst>
            <pc:docMk/>
            <pc:sldMk cId="0" sldId="264"/>
            <ac:spMk id="30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3:12.661" v="319" actId="1076"/>
          <ac:spMkLst>
            <pc:docMk/>
            <pc:sldMk cId="0" sldId="264"/>
            <ac:spMk id="31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3:19.749" v="320" actId="1076"/>
          <ac:spMkLst>
            <pc:docMk/>
            <pc:sldMk cId="0" sldId="264"/>
            <ac:spMk id="32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3:25.127" v="321" actId="1076"/>
          <ac:spMkLst>
            <pc:docMk/>
            <pc:sldMk cId="0" sldId="264"/>
            <ac:spMk id="33" creationId="{00000000-0000-0000-0000-000000000000}"/>
          </ac:spMkLst>
        </pc:spChg>
      </pc:sldChg>
      <pc:sldChg chg="modSp mod">
        <pc:chgData name="Avanish patel" userId="062418370750ffae" providerId="LiveId" clId="{A334F845-472C-4D4D-9045-1CE55D4FCB6C}" dt="2026-09-20T07:31:46.099" v="300" actId="14100"/>
        <pc:sldMkLst>
          <pc:docMk/>
          <pc:sldMk cId="0" sldId="265"/>
        </pc:sldMkLst>
        <pc:spChg chg="mod">
          <ac:chgData name="Avanish patel" userId="062418370750ffae" providerId="LiveId" clId="{A334F845-472C-4D4D-9045-1CE55D4FCB6C}" dt="2026-09-20T07:31:07.755" v="291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1:10.952" v="292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1:46.099" v="300" actId="14100"/>
          <ac:spMkLst>
            <pc:docMk/>
            <pc:sldMk cId="0" sldId="265"/>
            <ac:spMk id="4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1:22.948" v="295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1:36.931" v="298" actId="14100"/>
          <ac:spMkLst>
            <pc:docMk/>
            <pc:sldMk cId="0" sldId="265"/>
            <ac:spMk id="6" creationId="{00000000-0000-0000-0000-000000000000}"/>
          </ac:spMkLst>
        </pc:spChg>
      </pc:sldChg>
      <pc:sldChg chg="modSp mod">
        <pc:chgData name="Avanish patel" userId="062418370750ffae" providerId="LiveId" clId="{A334F845-472C-4D4D-9045-1CE55D4FCB6C}" dt="2026-09-20T07:30:57.384" v="290" actId="14100"/>
        <pc:sldMkLst>
          <pc:docMk/>
          <pc:sldMk cId="0" sldId="266"/>
        </pc:sldMkLst>
        <pc:spChg chg="mod">
          <ac:chgData name="Avanish patel" userId="062418370750ffae" providerId="LiveId" clId="{A334F845-472C-4D4D-9045-1CE55D4FCB6C}" dt="2026-09-20T07:27:05.147" v="240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7:08.415" v="241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9:21.379" v="271" actId="14100"/>
          <ac:spMkLst>
            <pc:docMk/>
            <pc:sldMk cId="0" sldId="266"/>
            <ac:spMk id="4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8:26.022" v="260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8:34.161" v="262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8:37.692" v="263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0:49.935" v="289" actId="14100"/>
          <ac:spMkLst>
            <pc:docMk/>
            <pc:sldMk cId="0" sldId="266"/>
            <ac:spMk id="8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0:27.371" v="286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0:24.368" v="285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0:20.910" v="284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0:57.384" v="290" actId="14100"/>
          <ac:spMkLst>
            <pc:docMk/>
            <pc:sldMk cId="0" sldId="266"/>
            <ac:spMk id="12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9:45.577" v="277" actId="14100"/>
          <ac:spMkLst>
            <pc:docMk/>
            <pc:sldMk cId="0" sldId="266"/>
            <ac:spMk id="13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29:56.887" v="279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Avanish patel" userId="062418370750ffae" providerId="LiveId" clId="{A334F845-472C-4D4D-9045-1CE55D4FCB6C}" dt="2026-09-20T07:30:10.082" v="282" actId="1076"/>
          <ac:spMkLst>
            <pc:docMk/>
            <pc:sldMk cId="0" sldId="266"/>
            <ac:spMk id="15" creationId="{00000000-0000-0000-0000-000000000000}"/>
          </ac:spMkLst>
        </pc:spChg>
      </pc:sldChg>
      <pc:sldChg chg="modSp mod">
        <pc:chgData name="Avanish patel" userId="062418370750ffae" providerId="LiveId" clId="{A334F845-472C-4D4D-9045-1CE55D4FCB6C}" dt="2026-09-20T18:43:02.724" v="417" actId="20577"/>
        <pc:sldMkLst>
          <pc:docMk/>
          <pc:sldMk cId="0" sldId="267"/>
        </pc:sldMkLst>
        <pc:spChg chg="mod">
          <ac:chgData name="Avanish patel" userId="062418370750ffae" providerId="LiveId" clId="{A334F845-472C-4D4D-9045-1CE55D4FCB6C}" dt="2026-09-20T18:42:45.935" v="386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Avanish patel" userId="062418370750ffae" providerId="LiveId" clId="{A334F845-472C-4D4D-9045-1CE55D4FCB6C}" dt="2026-09-20T18:43:02.724" v="417" actId="20577"/>
          <ac:spMkLst>
            <pc:docMk/>
            <pc:sldMk cId="0" sldId="267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8623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 w="190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438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INTERVIEW PRO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815340" y="1874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Production MERN Stack AI Mock Interview Platform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998220" y="25374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Voice Assistant • Monaco Coding Lab • Radar Metrics • Resume Skill Scanner • FAANG Tracks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1097280" y="3322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Architectural Overview &amp; Project Presentation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0540" y="2057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10540" y="42291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Platform Solution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0" y="1363980"/>
            <a:ext cx="4572000" cy="2731770"/>
          </a:xfrm>
          <a:prstGeom prst="rect">
            <a:avLst/>
          </a:prstGeom>
          <a:solidFill>
            <a:srgbClr val="111827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0540" y="157353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Traditional Problem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0" y="1543050"/>
            <a:ext cx="5250180" cy="2731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Cost &amp; Unavailability of Human Mock Interviewers</a:t>
            </a:r>
            <a:endParaRPr lang="en-US" sz="1200"/>
          </a:p>
          <a:p>
            <a:pPr marL="0" indent="0">
              <a:lnSpc>
                <a:spcPts val="2200"/>
              </a:lnSpc>
              <a:buNone/>
            </a:pPr>
            <a:r>
              <a:rPr lang="en-US" sz="12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Static Q&amp;A Platforms Lack Real Voice Communication Practice</a:t>
            </a:r>
            <a:endParaRPr lang="en-US" sz="1200"/>
          </a:p>
          <a:p>
            <a:pPr marL="0" indent="0">
              <a:lnSpc>
                <a:spcPts val="2200"/>
              </a:lnSpc>
              <a:buNone/>
            </a:pPr>
            <a:r>
              <a:rPr lang="en-US" sz="12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Instant Automated Evaluation of Verbal Confidence &amp; Clarity</a:t>
            </a:r>
            <a:endParaRPr lang="en-US" sz="1200"/>
          </a:p>
          <a:p>
            <a:pPr marL="0" indent="0">
              <a:lnSpc>
                <a:spcPts val="2200"/>
              </a:lnSpc>
              <a:buNone/>
            </a:pPr>
            <a:r>
              <a:rPr lang="en-US" sz="12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Coding Practice Detached from Verbal Technical Explanation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4572000" y="1363980"/>
            <a:ext cx="4533900" cy="273177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40680" y="157353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Interview Pro Solution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4632960" y="1363980"/>
            <a:ext cx="4541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24/7 AI Voice Evaluator (Web Speech API STT/TTS)</a:t>
            </a:r>
            <a:endParaRPr lang="en-US" sz="1200"/>
          </a:p>
          <a:p>
            <a:pPr marL="0" indent="0">
              <a:lnSpc>
                <a:spcPts val="2200"/>
              </a:lnSpc>
              <a:buNone/>
            </a:pPr>
            <a:r>
              <a:rPr lang="en-US" sz="12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Integrated Monaco Code Editor for Live Algorithm Rounds</a:t>
            </a:r>
            <a:endParaRPr lang="en-US" sz="1200"/>
          </a:p>
          <a:p>
            <a:pPr marL="0" indent="0">
              <a:lnSpc>
                <a:spcPts val="2200"/>
              </a:lnSpc>
              <a:buNone/>
            </a:pPr>
            <a:r>
              <a:rPr lang="en-US" sz="12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6-Point Radar Metrics (Communication, Technical Depth, Confidence)</a:t>
            </a:r>
            <a:endParaRPr lang="en-US" sz="1200"/>
          </a:p>
          <a:p>
            <a:pPr marL="0" indent="0">
              <a:lnSpc>
                <a:spcPts val="2200"/>
              </a:lnSpc>
              <a:buNone/>
            </a:pPr>
            <a:r>
              <a:rPr lang="en-US" sz="12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Tailored Resume Skill Scanner &amp; Top FAANG Track Modules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453" y="67733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367453" y="353906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MERN Architecture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365760" y="845820"/>
            <a:ext cx="4451773" cy="1257300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3973" y="102446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Layer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463973" y="1022773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 (Vite), Tailwind CSS, Framer Motion, Recharts, @monaco-editor/react, Lucide Icons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4915746" y="806872"/>
            <a:ext cx="4204547" cy="1257301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34186" y="806873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Layer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5035973" y="806873"/>
            <a:ext cx="4040294" cy="1257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Node.js, Express.js (MVC), JWT Security, Helmet, Express Rate Limit, Multer, Nodemailer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365759" y="2192020"/>
            <a:ext cx="4465319" cy="1447800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933" y="2629747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Cloud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384386" y="2629747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&amp; Mongoose Schemas (User, Interview, Answer, Report, Coding, Payment)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4939453" y="2197947"/>
            <a:ext cx="4204547" cy="1435946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8919" y="2394373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Services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5134186" y="2629747"/>
            <a:ext cx="4009814" cy="1004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 API, Web Speech API (STT/TTS), PDF Generator Engine, Stripe Payments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CAPABILITIES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0" y="169333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Feature Ecosystem (17 Sections)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181186" y="728133"/>
            <a:ext cx="2765213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4067" y="870373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JWT &amp; Google OAuth Auth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017520" y="748030"/>
            <a:ext cx="301752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68134" y="900853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Interactive AI Dashboard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6035040" y="734906"/>
            <a:ext cx="310896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6800" y="850053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18 Interview Categories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181187" y="1436793"/>
            <a:ext cx="2765213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067" y="1551093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Custom Difficulty &amp; Duration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3017520" y="1471295"/>
            <a:ext cx="301752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8134" y="1555431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Voice STT &amp; TTS Engine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6106160" y="1432349"/>
            <a:ext cx="303784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59755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6-Point Radar Metrics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181187" y="2145453"/>
            <a:ext cx="2765213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4067" y="2270337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Printable PDF Reports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3017520" y="2157095"/>
            <a:ext cx="301752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0" y="230293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Resume Skill Extractor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6070600" y="2152863"/>
            <a:ext cx="303784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7600" y="2335531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10 FAANG Company Tracks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181187" y="2854113"/>
            <a:ext cx="2765213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4067" y="2971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Monaco Code Editor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3017520" y="2854113"/>
            <a:ext cx="301752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29280" y="2980055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Hidden Test Cases Runner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6106160" y="2857502"/>
            <a:ext cx="298196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005455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Code Complexity Analysis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181187" y="3589020"/>
            <a:ext cx="2765213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4067" y="3667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Admin Command Panel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3017520" y="3627543"/>
            <a:ext cx="301752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168227" y="3707977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Stripe Billing Integration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6126480" y="3589020"/>
            <a:ext cx="298196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7187" y="3694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Leaderboards &amp; Badges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9853" y="137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INNOVATION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19853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Voice &amp; Speech Recognition Engine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0" y="1392767"/>
            <a:ext cx="9123680" cy="3839633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Voice Assistant Architecture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0" y="2377440"/>
            <a:ext cx="9144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Text-to-Speech (TTS): AI interviewer speaks questions aloud with custom pitch &amp; rate controls.</a:t>
            </a:r>
            <a:endParaRPr lang="en-US" sz="1300"/>
          </a:p>
          <a:p>
            <a:pPr marL="0" indent="0">
              <a:lnSpc>
                <a:spcPts val="2600"/>
              </a:lnSpc>
              <a:buNone/>
            </a:pPr>
            <a:r>
              <a:rPr lang="en-US" sz="13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Speech-to-Text (STT): WebSpeech API captures candidate microphone audio and converts it to continuous transcript.</a:t>
            </a:r>
            <a:endParaRPr lang="en-US" sz="1300"/>
          </a:p>
          <a:p>
            <a:pPr marL="0" indent="0">
              <a:lnSpc>
                <a:spcPts val="2600"/>
              </a:lnSpc>
              <a:buNone/>
            </a:pPr>
            <a:r>
              <a:rPr lang="en-US" sz="13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Question Timer Ring: 120-second dynamic timer per question with Skip, Repeat, and End actions.</a:t>
            </a:r>
            <a:endParaRPr lang="en-US" sz="1300"/>
          </a:p>
          <a:p>
            <a:pPr marL="0" indent="0">
              <a:lnSpc>
                <a:spcPts val="2600"/>
              </a:lnSpc>
              <a:buNone/>
            </a:pPr>
            <a:r>
              <a:rPr lang="en-US" sz="13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Real-time Audio Wave Visualizer: Provides responsive visual feedback while candidate or AI is speaking.</a:t>
            </a:r>
            <a:endParaRPr lang="en-US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120" y="125307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LAB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325120" y="33697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Monaco Code Sandbox &amp; AI Analysis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1" y="999067"/>
            <a:ext cx="4902200" cy="4124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1707" y="1348317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Monaco IDE Features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531707" y="1614593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Supports JavaScript, Python, C++, and Java</a:t>
            </a:r>
            <a:endParaRPr lang="en-US" sz="1200"/>
          </a:p>
          <a:p>
            <a:pPr marL="0" indent="0">
              <a:lnSpc>
                <a:spcPts val="2200"/>
              </a:lnSpc>
              <a:buNone/>
            </a:pPr>
            <a:r>
              <a:rPr lang="en-US" sz="12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Test Case Execution Runner</a:t>
            </a:r>
            <a:endParaRPr lang="en-US" sz="1200"/>
          </a:p>
          <a:p>
            <a:pPr marL="0" indent="0">
              <a:lnSpc>
                <a:spcPts val="2200"/>
              </a:lnSpc>
              <a:buNone/>
            </a:pPr>
            <a:r>
              <a:rPr lang="en-US" sz="12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Execution Time (ms) &amp; Memory Usage (MB)</a:t>
            </a:r>
            <a:endParaRPr lang="en-US" sz="1200"/>
          </a:p>
          <a:p>
            <a:pPr marL="0" indent="0">
              <a:lnSpc>
                <a:spcPts val="2200"/>
              </a:lnSpc>
              <a:buNone/>
            </a:pPr>
            <a:r>
              <a:rPr lang="en-US" sz="12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Syntax Highlighting &amp; VS Dark Theme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4902201" y="999067"/>
            <a:ext cx="4241799" cy="4161366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96747" y="1737360"/>
            <a:ext cx="384725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Code Optimization Feedback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5357707" y="2286000"/>
            <a:ext cx="3786293" cy="285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Time Complexity Evaluation (O(N))</a:t>
            </a:r>
            <a:endParaRPr lang="en-US" sz="1200"/>
          </a:p>
          <a:p>
            <a:pPr marL="0" indent="0">
              <a:lnSpc>
                <a:spcPts val="2200"/>
              </a:lnSpc>
              <a:buNone/>
            </a:pPr>
            <a:r>
              <a:rPr lang="en-US" sz="12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Auxiliary Space Complexity Calculation</a:t>
            </a:r>
            <a:endParaRPr lang="en-US" sz="1200"/>
          </a:p>
          <a:p>
            <a:pPr marL="0" indent="0">
              <a:lnSpc>
                <a:spcPts val="2200"/>
              </a:lnSpc>
              <a:buNone/>
            </a:pPr>
            <a:r>
              <a:rPr lang="en-US" sz="12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Modular Code Quality Rating &amp; Clean Tips</a:t>
            </a:r>
            <a:endParaRPr lang="en-US" sz="1200"/>
          </a:p>
          <a:p>
            <a:pPr marL="0" indent="0">
              <a:lnSpc>
                <a:spcPts val="2200"/>
              </a:lnSpc>
              <a:buNone/>
            </a:pPr>
            <a:r>
              <a:rPr lang="en-US" sz="12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Optimized Alternative Solution Snippets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586" y="482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SCORING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333586" y="34417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6-Point Radar Metrics Evaluation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318345" y="828887"/>
            <a:ext cx="4507655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3973" y="88773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463973" y="10511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Clarity, speech pace, and structured delivery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4971628" y="802428"/>
            <a:ext cx="4104639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71628" y="8864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035973" y="113919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Vocal firmness and composure under pressure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333586" y="2139950"/>
            <a:ext cx="4507655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586" y="217762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Depth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333586" y="2412365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of domain concepts and trade-offs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4932681" y="2149474"/>
            <a:ext cx="4211319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35973" y="21943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Solving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5035973" y="2397759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framework &amp; edge-case consideration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333586" y="3450590"/>
            <a:ext cx="4492414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586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333586" y="3752003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precise industry terminology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932681" y="3425401"/>
            <a:ext cx="4143586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35973" y="345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5063068" y="3696547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Syntactical correctness in verbal answers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520" y="45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PERSONALIZATION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291253" y="320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Skill Scanner &amp; Custom Interview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0" y="833120"/>
            <a:ext cx="9144000" cy="43103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5347" y="1009227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Resume Scanning Pipeline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445347" y="1208193"/>
            <a:ext cx="9601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Candidate Uploads Resume PDF or Pastes Text Summary</a:t>
            </a:r>
            <a:endParaRPr lang="en-US" sz="1300"/>
          </a:p>
          <a:p>
            <a:pPr marL="0" indent="0">
              <a:lnSpc>
                <a:spcPts val="2600"/>
              </a:lnSpc>
              <a:buNone/>
            </a:pPr>
            <a:r>
              <a:rPr lang="en-US" sz="13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Skill Extraction Engine identifies key tech stack keywords (React, Node.js, MongoDB, Python, Docker)</a:t>
            </a:r>
            <a:endParaRPr lang="en-US" sz="1300"/>
          </a:p>
          <a:p>
            <a:pPr marL="0" indent="0">
              <a:lnSpc>
                <a:spcPts val="2600"/>
              </a:lnSpc>
              <a:buNone/>
            </a:pPr>
            <a:r>
              <a:rPr lang="en-US" sz="13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Custom Interview Question Generator creates 5 targeted questions based on candidate exact background</a:t>
            </a:r>
            <a:endParaRPr lang="en-US" sz="1300"/>
          </a:p>
          <a:p>
            <a:pPr marL="0" indent="0">
              <a:lnSpc>
                <a:spcPts val="2600"/>
              </a:lnSpc>
              <a:buNone/>
            </a:pPr>
            <a:r>
              <a:rPr lang="en-US" sz="13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Direct launch into AI Voice Interview Room tailored to resume experience</a:t>
            </a:r>
            <a:endParaRPr lang="en-US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91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PRACTICE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91440" y="3886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FAANG Company Interview Modules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108796" y="870585"/>
            <a:ext cx="1483361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111379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138853" y="152019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Round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Track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1659255" y="880110"/>
            <a:ext cx="1530772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03307" y="1113790"/>
            <a:ext cx="1457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1920240" y="1463040"/>
            <a:ext cx="148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Round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Track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300094" y="862118"/>
            <a:ext cx="1351916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8990" y="984779"/>
            <a:ext cx="12230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3321472" y="1361969"/>
            <a:ext cx="119718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Round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Track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4700906" y="862118"/>
            <a:ext cx="1394671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37735" y="937260"/>
            <a:ext cx="11973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4804832" y="1283864"/>
            <a:ext cx="126174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Round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Track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6132406" y="867833"/>
            <a:ext cx="1474471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15685" y="941547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6309361" y="1333473"/>
            <a:ext cx="13047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Round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Track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81280" y="2757593"/>
            <a:ext cx="192024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3360" y="31318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182880" y="3566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Round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Track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2082800" y="2757593"/>
            <a:ext cx="192024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58906" y="3108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2272453" y="35890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Round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Track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101253" y="2764790"/>
            <a:ext cx="192024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3064721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4343400" y="34975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Round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Track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6080548" y="2764790"/>
            <a:ext cx="192024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09360" y="301371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6419426" y="34975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Round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Track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7667202" y="862118"/>
            <a:ext cx="1420071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996209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600"/>
          </a:p>
        </p:txBody>
      </p:sp>
      <p:sp>
        <p:nvSpPr>
          <p:cNvPr id="33" name="Text 31"/>
          <p:cNvSpPr/>
          <p:nvPr/>
        </p:nvSpPr>
        <p:spPr>
          <a:xfrm>
            <a:off x="7508557" y="1386099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Round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Track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2720" y="8467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GOVERNANCE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182880" y="324273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Control Panel &amp; Business Intelligence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0" y="845820"/>
            <a:ext cx="9144000" cy="4389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013" y="118702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Governance Features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411480" y="1266190"/>
            <a:ext cx="8732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Management Suite: View registered candidates, role assignments (User/Admin), and active subscriptions.</a:t>
            </a:r>
            <a:endParaRPr lang="en-US" sz="1300"/>
          </a:p>
          <a:p>
            <a:pPr marL="0" indent="0">
              <a:lnSpc>
                <a:spcPts val="2600"/>
              </a:lnSpc>
              <a:buNone/>
            </a:pPr>
            <a:r>
              <a:rPr lang="en-US" sz="13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Delete User Capabilities: Administrative security controls for platform moderation.</a:t>
            </a:r>
            <a:endParaRPr lang="en-US" sz="1300"/>
          </a:p>
          <a:p>
            <a:pPr marL="0" indent="0">
              <a:lnSpc>
                <a:spcPts val="2600"/>
              </a:lnSpc>
              <a:buNone/>
            </a:pPr>
            <a:r>
              <a:rPr lang="en-US" sz="13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Revenue Dashboard: Visual bar chart metrics tracking monthly subscription earnings ($).</a:t>
            </a:r>
            <a:endParaRPr lang="en-US" sz="1300"/>
          </a:p>
          <a:p>
            <a:pPr marL="0" indent="0">
              <a:lnSpc>
                <a:spcPts val="2600"/>
              </a:lnSpc>
              <a:buNone/>
            </a:pPr>
            <a:r>
              <a:rPr lang="en-US" sz="13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System Analytics: Total interviews completed, total questions answered, and growth rates.</a:t>
            </a:r>
            <a:endParaRPr lang="en-US"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2720" y="16933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257387" y="240453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Monetization &amp; Stripe Billing Models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2834641" cy="4389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690" y="1115483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Free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694690" y="1700741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/ mo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403013" y="2311717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AI Mock Interviews / month</a:t>
            </a:r>
            <a:endParaRPr lang="en-US" sz="1200"/>
          </a:p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Score Overview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2727538" y="640080"/>
            <a:ext cx="3288558" cy="4463627"/>
          </a:xfrm>
          <a:prstGeom prst="rect">
            <a:avLst/>
          </a:prstGeom>
          <a:solidFill>
            <a:srgbClr val="111827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4198" y="1253913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Unlimited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3544253" y="1744769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 / mo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3521710" y="2210647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AI Voice Rounds</a:t>
            </a:r>
            <a:endParaRPr lang="en-US" sz="1200"/>
          </a:p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Monaco Code Sandbox</a:t>
            </a:r>
            <a:endParaRPr lang="en-US" sz="1200"/>
          </a:p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 FAANG Tracks</a:t>
            </a:r>
            <a:endParaRPr lang="en-US" sz="1200"/>
          </a:p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Reports Download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6026362" y="640080"/>
            <a:ext cx="2997624" cy="4515696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63971" y="973666"/>
            <a:ext cx="35217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Teams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6557433" y="150749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 / mo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6444614" y="1776517"/>
            <a:ext cx="2338493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 &amp; Team Accounts</a:t>
            </a:r>
            <a:endParaRPr lang="en-US" sz="1200"/>
          </a:p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Account Manager</a:t>
            </a:r>
            <a:endParaRPr lang="en-US" sz="1200"/>
          </a:p>
          <a:p>
            <a:pPr marL="0" indent="0">
              <a:lnSpc>
                <a:spcPts val="2000"/>
              </a:lnSpc>
              <a:buNone/>
            </a:pPr>
            <a:r>
              <a:rPr lang="en-US" sz="12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Progress Analytics</a:t>
            </a:r>
            <a:endParaRPr lang="en-US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68580"/>
            <a:ext cx="9144000" cy="5143500"/>
          </a:xfrm>
          <a:prstGeom prst="rect">
            <a:avLst/>
          </a:prstGeom>
          <a:solidFill>
            <a:srgbClr val="111827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97280" y="16459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400"/>
          </a:p>
        </p:txBody>
      </p:sp>
      <p:sp>
        <p:nvSpPr>
          <p:cNvPr id="4" name="Text 2"/>
          <p:cNvSpPr/>
          <p:nvPr/>
        </p:nvSpPr>
        <p:spPr>
          <a:xfrm>
            <a:off x="1097280" y="2560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Interview Pro is Ready for Production &amp; Local Access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1097280" y="3550920"/>
            <a:ext cx="4648200" cy="1386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AI Interview 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Interview Pro - Platform Presentation</dc:title>
  <dc:subject>PptxGenJS Presentation</dc:subject>
  <dc:creator>AI Interview Pro Team</dc:creator>
  <cp:revision>1</cp:revision>
  <dcterms:created xsi:type="dcterms:W3CDTF">2026-09-20T07:02:16Z</dcterms:created>
  <dcterms:modified xsi:type="dcterms:W3CDTF">2026-09-20T18:42:58Z</dcterms:modified>
</cp:coreProperties>
</file>